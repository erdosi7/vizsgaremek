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notesMasterIdLst>
    <p:notesMasterId r:id="rId16"/>
  </p:notesMasterIdLst>
  <p:sldIdLst>
    <p:sldId id="256" r:id="rId2"/>
    <p:sldId id="261" r:id="rId3"/>
    <p:sldId id="257" r:id="rId4"/>
    <p:sldId id="266" r:id="rId5"/>
    <p:sldId id="263" r:id="rId6"/>
    <p:sldId id="264" r:id="rId7"/>
    <p:sldId id="265" r:id="rId8"/>
    <p:sldId id="267" r:id="rId9"/>
    <p:sldId id="268" r:id="rId10"/>
    <p:sldId id="273" r:id="rId11"/>
    <p:sldId id="271" r:id="rId12"/>
    <p:sldId id="272" r:id="rId13"/>
    <p:sldId id="270" r:id="rId14"/>
    <p:sldId id="269" r:id="rId1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175"/>
    <a:srgbClr val="43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DE8A4-65D0-E84C-B94B-9C5CD187B610}" v="1" dt="2026-03-18T17:13:52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9"/>
    <p:restoredTop sz="94643"/>
  </p:normalViewPr>
  <p:slideViewPr>
    <p:cSldViewPr snapToGrid="0">
      <p:cViewPr varScale="1">
        <p:scale>
          <a:sx n="79" d="100"/>
          <a:sy n="79" d="100"/>
        </p:scale>
        <p:origin x="65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sombor Erdősi" userId="fb2b96c612130c61" providerId="LiveId" clId="{8E8FC8E5-7E30-5D8A-9553-11605160A02B}"/>
    <pc:docChg chg="custSel modSld">
      <pc:chgData name="Zsombor Erdősi" userId="fb2b96c612130c61" providerId="LiveId" clId="{8E8FC8E5-7E30-5D8A-9553-11605160A02B}" dt="2026-03-18T17:14:11.923" v="8" actId="1076"/>
      <pc:docMkLst>
        <pc:docMk/>
      </pc:docMkLst>
      <pc:sldChg chg="addSp delSp modSp mod">
        <pc:chgData name="Zsombor Erdősi" userId="fb2b96c612130c61" providerId="LiveId" clId="{8E8FC8E5-7E30-5D8A-9553-11605160A02B}" dt="2026-03-18T17:14:11.923" v="8" actId="1076"/>
        <pc:sldMkLst>
          <pc:docMk/>
          <pc:sldMk cId="1948136082" sldId="265"/>
        </pc:sldMkLst>
        <pc:spChg chg="add mod">
          <ac:chgData name="Zsombor Erdősi" userId="fb2b96c612130c61" providerId="LiveId" clId="{8E8FC8E5-7E30-5D8A-9553-11605160A02B}" dt="2026-03-18T17:13:50.939" v="0" actId="478"/>
          <ac:spMkLst>
            <pc:docMk/>
            <pc:sldMk cId="1948136082" sldId="265"/>
            <ac:spMk id="5" creationId="{DE219DD6-CC67-A3F6-F124-AE18C1518ED1}"/>
          </ac:spMkLst>
        </pc:spChg>
        <pc:picChg chg="del">
          <ac:chgData name="Zsombor Erdősi" userId="fb2b96c612130c61" providerId="LiveId" clId="{8E8FC8E5-7E30-5D8A-9553-11605160A02B}" dt="2026-03-18T17:13:50.939" v="0" actId="478"/>
          <ac:picMkLst>
            <pc:docMk/>
            <pc:sldMk cId="1948136082" sldId="265"/>
            <ac:picMk id="6" creationId="{4EEE4C96-A48F-A744-6A2A-89BB3056D8CD}"/>
          </ac:picMkLst>
        </pc:picChg>
        <pc:picChg chg="add mod">
          <ac:chgData name="Zsombor Erdősi" userId="fb2b96c612130c61" providerId="LiveId" clId="{8E8FC8E5-7E30-5D8A-9553-11605160A02B}" dt="2026-03-18T17:14:11.923" v="8" actId="1076"/>
          <ac:picMkLst>
            <pc:docMk/>
            <pc:sldMk cId="1948136082" sldId="265"/>
            <ac:picMk id="7" creationId="{9FDA817F-9192-90AB-AAD5-A9E2293452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1C80A-B42D-C44A-8E54-33EC4D45844D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BCD5A-E897-7045-8E90-D9CEF2D391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32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093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7946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8515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717B-5ADD-A640-E8FB-FC706FDA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5F898DB-FED5-94D6-B8F7-789F5C7D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FFAA223-9FD0-00C2-A378-40D4B7AC8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015D316-A361-73A7-CAC8-5F3414C78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202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717B-5ADD-A640-E8FB-FC706FDA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5F898DB-FED5-94D6-B8F7-789F5C7D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FFAA223-9FD0-00C2-A378-40D4B7AC8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015D316-A361-73A7-CAC8-5F3414C78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8168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717B-5ADD-A640-E8FB-FC706FDA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5F898DB-FED5-94D6-B8F7-789F5C7D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FFAA223-9FD0-00C2-A378-40D4B7AC8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015D316-A361-73A7-CAC8-5F3414C78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2812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6139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76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4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8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9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9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0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97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7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2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0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00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8" r:id="rId6"/>
    <p:sldLayoutId id="2147483893" r:id="rId7"/>
    <p:sldLayoutId id="2147483894" r:id="rId8"/>
    <p:sldLayoutId id="2147483895" r:id="rId9"/>
    <p:sldLayoutId id="2147483897" r:id="rId10"/>
    <p:sldLayoutId id="21474838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21A2901-84DF-4D77-22F6-3930C06FD5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3391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3699668-1EF4-D466-5C38-FC7095A9A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7850" y="2970883"/>
            <a:ext cx="6257926" cy="916234"/>
          </a:xfrm>
        </p:spPr>
        <p:txBody>
          <a:bodyPr anchor="ctr">
            <a:noAutofit/>
          </a:bodyPr>
          <a:lstStyle/>
          <a:p>
            <a:r>
              <a:rPr lang="hu-HU" sz="66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Betonlogisztika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CA5A425-B2DB-9115-B0FA-AA2DB0BF1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7850" y="3791945"/>
            <a:ext cx="6257926" cy="868139"/>
          </a:xfrm>
        </p:spPr>
        <p:txBody>
          <a:bodyPr anchor="ctr">
            <a:noAutofit/>
          </a:bodyPr>
          <a:lstStyle/>
          <a:p>
            <a:pPr algn="r"/>
            <a:r>
              <a:rPr lang="hu-HU" sz="2400" dirty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Készítette: </a:t>
            </a:r>
            <a:r>
              <a:rPr lang="hu-HU" sz="2400" dirty="0" err="1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Fáró</a:t>
            </a:r>
            <a:r>
              <a:rPr lang="hu-HU" sz="2400" dirty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Sebestyén, Erdősi Zsombor</a:t>
            </a:r>
          </a:p>
        </p:txBody>
      </p:sp>
    </p:spTree>
    <p:extLst>
      <p:ext uri="{BB962C8B-B14F-4D97-AF65-F5344CB8AC3E}">
        <p14:creationId xmlns:p14="http://schemas.microsoft.com/office/powerpoint/2010/main" val="1456985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08C74B7-4148-AE0E-3200-75D079D13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92386CA-9439-9B9F-E1A7-A229E52E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54292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Projektünk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CB5A10-19CB-DE1A-BF32-BC930A1BA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103" y="1850516"/>
            <a:ext cx="9940897" cy="4778884"/>
          </a:xfrm>
        </p:spPr>
        <p:txBody>
          <a:bodyPr>
            <a:normAutofit/>
          </a:bodyPr>
          <a:lstStyle/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betonrendelés/szállítás teljes folyamatának 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digitalizálása</a:t>
            </a:r>
          </a:p>
          <a:p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Betongyártó cégek 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összehasonlítása</a:t>
            </a:r>
          </a:p>
          <a:p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felesleges telefonálgatások kiváltása gyors, online 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megoldással</a:t>
            </a:r>
          </a:p>
          <a:p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Olyan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projekt létrehozása, amely a vizsga után is működőképes marad</a:t>
            </a:r>
          </a:p>
        </p:txBody>
      </p:sp>
    </p:spTree>
    <p:extLst>
      <p:ext uri="{BB962C8B-B14F-4D97-AF65-F5344CB8AC3E}">
        <p14:creationId xmlns:p14="http://schemas.microsoft.com/office/powerpoint/2010/main" val="2760765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DEB696C-D554-B837-2E2D-569038E2E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1D336F6-8BA9-D6E6-0809-E8D94AF65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5" y="545738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>
                <a:solidFill>
                  <a:srgbClr val="103175"/>
                </a:solidFill>
              </a:rPr>
              <a:t>Alkalmazott programok</a:t>
            </a:r>
          </a:p>
        </p:txBody>
      </p:sp>
      <p:pic>
        <p:nvPicPr>
          <p:cNvPr id="1026" name="Picture 2" descr="GitHub Logo, symbol, meaning, history, PNG, brand">
            <a:extLst>
              <a:ext uri="{FF2B5EF4-FFF2-40B4-BE49-F238E27FC236}">
                <a16:creationId xmlns:a16="http://schemas.microsoft.com/office/drawing/2014/main" id="{9F6855DA-2E1C-AED9-7754-318748DF4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318" y="2295124"/>
            <a:ext cx="2971800" cy="167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7DD6637-30B1-5978-8AB2-A0E03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85" y="4792480"/>
            <a:ext cx="1635841" cy="163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cker: Introduction">
            <a:extLst>
              <a:ext uri="{FF2B5EF4-FFF2-40B4-BE49-F238E27FC236}">
                <a16:creationId xmlns:a16="http://schemas.microsoft.com/office/drawing/2014/main" id="{88BF29D9-52AD-13C7-10E8-663B059E4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520" y="3555183"/>
            <a:ext cx="3926446" cy="206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iscord Logo Icon App Transparent Background Premium Social Media Design  for Digital Download 65386552 PNG">
            <a:extLst>
              <a:ext uri="{FF2B5EF4-FFF2-40B4-BE49-F238E27FC236}">
                <a16:creationId xmlns:a16="http://schemas.microsoft.com/office/drawing/2014/main" id="{658C5439-847B-FC9E-3D45-095FA86BB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510" y="1333899"/>
            <a:ext cx="2384152" cy="238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ostman Mini- API Testing Tool – Alkalmazások a Google Playen">
            <a:extLst>
              <a:ext uri="{FF2B5EF4-FFF2-40B4-BE49-F238E27FC236}">
                <a16:creationId xmlns:a16="http://schemas.microsoft.com/office/drawing/2014/main" id="{C1EDF7D0-3F22-0651-40FC-1D1948E0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526" y="4045125"/>
            <a:ext cx="1565275" cy="156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mailJS">
            <a:extLst>
              <a:ext uri="{FF2B5EF4-FFF2-40B4-BE49-F238E27FC236}">
                <a16:creationId xmlns:a16="http://schemas.microsoft.com/office/drawing/2014/main" id="{2E6BD276-FBC5-5AD8-9AD1-717C474E6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920" y="1947693"/>
            <a:ext cx="1565276" cy="156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92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BC74-F23F-F15F-4590-57EEAC94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4F0FA8E-1600-9A53-624F-3964D956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849D349-63A2-D762-3AF8-B827A812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54292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Felhasználói szerepkörök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E80BCB-E0E5-BCD5-BFB2-4CAD36AF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67" y="1850516"/>
            <a:ext cx="9078885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: új felhasználók létrehozása és szerkesztése, megrendelés – ajánlatkérés státuszának módosítása és 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törlése</a:t>
            </a:r>
          </a:p>
          <a:p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Felhasználó(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): ajánlatkérés, megrendelés, kapcsolatfelvétel</a:t>
            </a:r>
          </a:p>
          <a:p>
            <a:pPr marL="0" indent="0">
              <a:buNone/>
            </a:pP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523" y="4502181"/>
            <a:ext cx="3596952" cy="217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63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D933A-48A6-C5E6-DE3E-74E19493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E47BF3B-4268-EF92-4D21-D335C3C1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73D2E4F-446E-D20A-0DAE-5C74320C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29" y="542924"/>
            <a:ext cx="10691265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 szerkezet - áttekintés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5B2A71-E0A3-05D7-6CD1-6AC260A91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614" y="1850516"/>
            <a:ext cx="9760472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betonlogisztika egy relációs 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 adatbázisra épül, amelyet Docker szerveren futtatunk. Ennek köszönhetően a rendszerünk gyors, megbízható, és a növekvő igényekhez is könnyen igazítható.</a:t>
            </a:r>
          </a:p>
          <a:p>
            <a:pPr marL="0" indent="0">
              <a:buNone/>
            </a:pPr>
            <a:endParaRPr lang="hu-HU" sz="2400" dirty="0">
              <a:latin typeface="+mj-lt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02F94E8-87BE-585D-5DA1-835AAFCB1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3231849"/>
            <a:ext cx="5772150" cy="34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43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010C-2B62-244F-E569-7D7171CC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40943535-D1E9-5168-2646-5422C9596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5ACDC1F-738F-F4C4-3109-1332D93C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29" y="542924"/>
            <a:ext cx="10691265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 szerkezet - áttekintés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F1119A-05CE-67AC-1E98-A0DC43228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614" y="1850516"/>
            <a:ext cx="9760472" cy="3739896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Felhasználók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Ajánlatok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Megrendelések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Betongyártók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Típusok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Árak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06CCAA6-290D-4B06-5CA8-FAD2DAAD7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036" y="1850516"/>
            <a:ext cx="2792936" cy="382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5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9426-672C-5DE8-35C9-25F1CA2B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9C91564-1F15-B39D-891D-E59C981F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B4C810B-77CC-FC5F-9E3C-D5A406B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30" y="542924"/>
            <a:ext cx="7750696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 szerkezet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FDA817F-9192-90AB-AAD5-A9E229345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015" y="1606701"/>
            <a:ext cx="8661170" cy="496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36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9426-672C-5DE8-35C9-25F1CA2B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9C91564-1F15-B39D-891D-E59C981F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B4C810B-77CC-FC5F-9E3C-D5A406B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1415" y="702345"/>
            <a:ext cx="12973450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Ajánlatkérés/Rendelés folyamata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u-HU" sz="4400" cap="none" dirty="0">
              <a:solidFill>
                <a:srgbClr val="1031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E219DD6-CC67-A3F6-F124-AE18C151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396" y="1766097"/>
            <a:ext cx="10691265" cy="4373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Bejelentkezés után a felhasználó ajánlatot kérhet, amelyet az 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kezel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Az 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 az ajánlatot jóváhagyhatja vagy elutasíthatja; jóváhagyás </a:t>
            </a: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esetén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az 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megjelenik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felhasználó ajánlatai között. </a:t>
            </a: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Ezt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követően a felhasználó egyetlen kattintással leadhatja 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rendelését</a:t>
            </a:r>
          </a:p>
          <a:p>
            <a:pPr marL="0" indent="0">
              <a:buNone/>
            </a:pP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az elfogadott ajánlat alapján.</a:t>
            </a: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283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9426-672C-5DE8-35C9-25F1CA2B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9C91564-1F15-B39D-891D-E59C981F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B4C810B-77CC-FC5F-9E3C-D5A406B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1415" y="702345"/>
            <a:ext cx="12973450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 – Oldalunk felépítése </a:t>
            </a:r>
            <a:endParaRPr lang="hu-HU" sz="4400" cap="none" dirty="0">
              <a:solidFill>
                <a:srgbClr val="1031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E219DD6-CC67-A3F6-F124-AE18C151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396" y="1766097"/>
            <a:ext cx="10691265" cy="43734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89" y="2778034"/>
            <a:ext cx="1591491" cy="15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58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D933A-48A6-C5E6-DE3E-74E19493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E47BF3B-4268-EF92-4D21-D335C3C1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73D2E4F-446E-D20A-0DAE-5C74320C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29" y="542924"/>
            <a:ext cx="10691265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hu-HU" sz="4400" cap="none" dirty="0">
              <a:solidFill>
                <a:srgbClr val="1031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5B2A71-E0A3-05D7-6CD1-6AC260A91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614" y="1850516"/>
            <a:ext cx="9760472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 smtClean="0">
                <a:latin typeface="+mj-lt"/>
              </a:rPr>
              <a:t>The Betonlogisztika web </a:t>
            </a:r>
            <a:r>
              <a:rPr lang="hu-HU" sz="2400" dirty="0" err="1" smtClean="0">
                <a:latin typeface="+mj-lt"/>
              </a:rPr>
              <a:t>application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is built on a relational MySQL database, which we run on a Docker server. Thanks to this, our system is fast, reliable, and easily adaptable to growing needs.</a:t>
            </a:r>
            <a:endParaRPr lang="hu-HU" sz="2400" dirty="0">
              <a:latin typeface="+mj-lt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02F94E8-87BE-585D-5DA1-835AAFCB1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3231849"/>
            <a:ext cx="5772150" cy="34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97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08C74B7-4148-AE0E-3200-75D079D13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92386CA-9439-9B9F-E1A7-A229E52E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311" y="54292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projekt</a:t>
            </a:r>
            <a:endParaRPr lang="hu-HU" sz="4400" cap="none" dirty="0">
              <a:solidFill>
                <a:srgbClr val="1031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CB5A10-19CB-DE1A-BF32-BC930A1BA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103" y="1850516"/>
            <a:ext cx="9940897" cy="477888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Digitizing the entire concrete ordering/delivery process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Compare concrete companies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Replace unnecessary phone calls with a fast, online solution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project that remains operational after the exam</a:t>
            </a: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917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BC74-F23F-F15F-4590-57EEAC94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4F0FA8E-1600-9A53-624F-3964D956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849D349-63A2-D762-3AF8-B827A812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54292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 err="1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 err="1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roles</a:t>
            </a:r>
            <a:endParaRPr lang="hu-HU" sz="4400" cap="none" dirty="0">
              <a:solidFill>
                <a:srgbClr val="1031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E80BCB-E0E5-BCD5-BFB2-4CAD36AF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67" y="1850516"/>
            <a:ext cx="9078885" cy="373989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Admin: create and edit new users, modify and delete order – request for </a:t>
            </a:r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proposal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User: request for </a:t>
            </a:r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proposal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order, contact</a:t>
            </a: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717" y="4388430"/>
            <a:ext cx="3593383" cy="217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14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BC74-F23F-F15F-4590-57EEAC94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4F0FA8E-1600-9A53-624F-3964D956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849D349-63A2-D762-3AF8-B827A812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54292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endParaRPr lang="hu-HU" sz="4400" cap="none" dirty="0">
              <a:solidFill>
                <a:srgbClr val="1031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E80BCB-E0E5-BCD5-BFB2-4CAD36AF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67" y="1850516"/>
            <a:ext cx="9078885" cy="373989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Automatic pdf generator for request for </a:t>
            </a:r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proposal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order, </a:t>
            </a:r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sending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pdfs by email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Driver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calculator that indicates the availability of drivers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Forgotten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login</a:t>
            </a: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442" y="4377266"/>
            <a:ext cx="2175933" cy="217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16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21A2901-84DF-4D77-22F6-3930C06FD5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3391"/>
          <a:stretch>
            <a:fillRect/>
          </a:stretch>
        </p:blipFill>
        <p:spPr>
          <a:xfrm>
            <a:off x="0" y="0"/>
            <a:ext cx="12191979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3699668-1EF4-D466-5C38-FC7095A9A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0" y="3359218"/>
            <a:ext cx="7535333" cy="916234"/>
          </a:xfrm>
        </p:spPr>
        <p:txBody>
          <a:bodyPr anchor="ctr">
            <a:noAutofit/>
          </a:bodyPr>
          <a:lstStyle/>
          <a:p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400" cap="none" dirty="0" err="1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hu-HU" sz="4400" cap="none" dirty="0" smtClean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hu-HU" sz="4400" cap="none" dirty="0">
              <a:solidFill>
                <a:srgbClr val="1031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CA5A425-B2DB-9115-B0FA-AA2DB0BF1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4703" y="4953249"/>
            <a:ext cx="6257926" cy="868139"/>
          </a:xfrm>
        </p:spPr>
        <p:txBody>
          <a:bodyPr anchor="ctr">
            <a:noAutofit/>
          </a:bodyPr>
          <a:lstStyle/>
          <a:p>
            <a:pPr algn="r"/>
            <a:r>
              <a:rPr lang="hu-HU" sz="2400" dirty="0" err="1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hu-HU" sz="2400" dirty="0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lang="hu-HU" sz="2400" dirty="0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awnser</a:t>
            </a:r>
            <a:r>
              <a:rPr lang="hu-HU" sz="2400" dirty="0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hu-HU" sz="2400" dirty="0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 smtClean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hu-HU" sz="2400" dirty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hu-HU" sz="2400" dirty="0">
              <a:solidFill>
                <a:srgbClr val="43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51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311</Words>
  <Application>Microsoft Office PowerPoint</Application>
  <PresentationFormat>Szélesvásznú</PresentationFormat>
  <Paragraphs>64</Paragraphs>
  <Slides>14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9" baseType="lpstr">
      <vt:lpstr>Aptos</vt:lpstr>
      <vt:lpstr>Arial</vt:lpstr>
      <vt:lpstr>Calisto MT</vt:lpstr>
      <vt:lpstr>Univers Condensed</vt:lpstr>
      <vt:lpstr>ChronicleVTI</vt:lpstr>
      <vt:lpstr>Betonlogisztika</vt:lpstr>
      <vt:lpstr>Projektünk célja</vt:lpstr>
      <vt:lpstr>Alkalmazott programok</vt:lpstr>
      <vt:lpstr>Felhasználói szerepkörök</vt:lpstr>
      <vt:lpstr>Adatbázis szerkezet - áttekintés</vt:lpstr>
      <vt:lpstr>Adatbázis szerkezet - áttekintés</vt:lpstr>
      <vt:lpstr>Adatbázis szerkezet </vt:lpstr>
      <vt:lpstr>Ajánlatkérés/Rendelés folyamata </vt:lpstr>
      <vt:lpstr>Frontend – Oldalunk felépítése </vt:lpstr>
      <vt:lpstr>Database structure - overview</vt:lpstr>
      <vt:lpstr>The goal of our projekt</vt:lpstr>
      <vt:lpstr>User roles</vt:lpstr>
      <vt:lpstr>Future updates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Betonlogisztika</dc:title>
  <dc:creator>Zsombor Erdősi</dc:creator>
  <cp:lastModifiedBy>Felhasználó</cp:lastModifiedBy>
  <cp:revision>25</cp:revision>
  <dcterms:created xsi:type="dcterms:W3CDTF">2026-03-09T19:23:28Z</dcterms:created>
  <dcterms:modified xsi:type="dcterms:W3CDTF">2026-03-26T19:11:09Z</dcterms:modified>
</cp:coreProperties>
</file>