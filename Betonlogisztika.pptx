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9" r:id="rId1"/>
  </p:sldMasterIdLst>
  <p:notesMasterIdLst>
    <p:notesMasterId r:id="rId9"/>
  </p:notesMasterIdLst>
  <p:sldIdLst>
    <p:sldId id="256" r:id="rId2"/>
    <p:sldId id="261" r:id="rId3"/>
    <p:sldId id="257" r:id="rId4"/>
    <p:sldId id="266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3175"/>
    <a:srgbClr val="43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5DE8A4-65D0-E84C-B94B-9C5CD187B610}" v="1" dt="2026-03-18T17:13:52.1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29"/>
    <p:restoredTop sz="94643"/>
  </p:normalViewPr>
  <p:slideViewPr>
    <p:cSldViewPr snapToGrid="0">
      <p:cViewPr varScale="1">
        <p:scale>
          <a:sx n="93" d="100"/>
          <a:sy n="93" d="100"/>
        </p:scale>
        <p:origin x="24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sombor Erdősi" userId="fb2b96c612130c61" providerId="LiveId" clId="{8E8FC8E5-7E30-5D8A-9553-11605160A02B}"/>
    <pc:docChg chg="custSel modSld">
      <pc:chgData name="Zsombor Erdősi" userId="fb2b96c612130c61" providerId="LiveId" clId="{8E8FC8E5-7E30-5D8A-9553-11605160A02B}" dt="2026-03-18T17:14:11.923" v="8" actId="1076"/>
      <pc:docMkLst>
        <pc:docMk/>
      </pc:docMkLst>
      <pc:sldChg chg="addSp delSp modSp mod">
        <pc:chgData name="Zsombor Erdősi" userId="fb2b96c612130c61" providerId="LiveId" clId="{8E8FC8E5-7E30-5D8A-9553-11605160A02B}" dt="2026-03-18T17:14:11.923" v="8" actId="1076"/>
        <pc:sldMkLst>
          <pc:docMk/>
          <pc:sldMk cId="1948136082" sldId="265"/>
        </pc:sldMkLst>
        <pc:spChg chg="add mod">
          <ac:chgData name="Zsombor Erdősi" userId="fb2b96c612130c61" providerId="LiveId" clId="{8E8FC8E5-7E30-5D8A-9553-11605160A02B}" dt="2026-03-18T17:13:50.939" v="0" actId="478"/>
          <ac:spMkLst>
            <pc:docMk/>
            <pc:sldMk cId="1948136082" sldId="265"/>
            <ac:spMk id="5" creationId="{DE219DD6-CC67-A3F6-F124-AE18C1518ED1}"/>
          </ac:spMkLst>
        </pc:spChg>
        <pc:picChg chg="del">
          <ac:chgData name="Zsombor Erdősi" userId="fb2b96c612130c61" providerId="LiveId" clId="{8E8FC8E5-7E30-5D8A-9553-11605160A02B}" dt="2026-03-18T17:13:50.939" v="0" actId="478"/>
          <ac:picMkLst>
            <pc:docMk/>
            <pc:sldMk cId="1948136082" sldId="265"/>
            <ac:picMk id="6" creationId="{4EEE4C96-A48F-A744-6A2A-89BB3056D8CD}"/>
          </ac:picMkLst>
        </pc:picChg>
        <pc:picChg chg="add mod">
          <ac:chgData name="Zsombor Erdősi" userId="fb2b96c612130c61" providerId="LiveId" clId="{8E8FC8E5-7E30-5D8A-9553-11605160A02B}" dt="2026-03-18T17:14:11.923" v="8" actId="1076"/>
          <ac:picMkLst>
            <pc:docMk/>
            <pc:sldMk cId="1948136082" sldId="265"/>
            <ac:picMk id="7" creationId="{9FDA817F-9192-90AB-AAD5-A9E2293452D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1C80A-B42D-C44A-8E54-33EC4D45844D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8BCD5A-E897-7045-8E90-D9CEF2D3915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33222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BCD5A-E897-7045-8E90-D9CEF2D39156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70937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BCD5A-E897-7045-8E90-D9CEF2D39156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77946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BCD5A-E897-7045-8E90-D9CEF2D39156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58515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3717B-5ADD-A640-E8FB-FC706FDAC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05F898DB-FED5-94D6-B8F7-789F5C7D75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BFFAA223-9FD0-00C2-A378-40D4B7AC8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015D316-A361-73A7-CAC8-5F3414C784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BCD5A-E897-7045-8E90-D9CEF2D39156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80202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119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042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987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890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3/18/26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596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200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3/18/26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897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3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279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20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908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001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8" r:id="rId6"/>
    <p:sldLayoutId id="2147483893" r:id="rId7"/>
    <p:sldLayoutId id="2147483894" r:id="rId8"/>
    <p:sldLayoutId id="2147483895" r:id="rId9"/>
    <p:sldLayoutId id="2147483897" r:id="rId10"/>
    <p:sldLayoutId id="214748389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CCA9273-E74E-A306-1F74-BEF9EDA30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246217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8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B21A2901-84DF-4D77-22F6-3930C06FD5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091" b="23391"/>
          <a:stretch>
            <a:fillRect/>
          </a:stretch>
        </p:blipFill>
        <p:spPr>
          <a:xfrm>
            <a:off x="21" y="10"/>
            <a:ext cx="12191979" cy="685799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83699668-1EF4-D466-5C38-FC7095A9A3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7850" y="2970883"/>
            <a:ext cx="6257926" cy="916234"/>
          </a:xfrm>
        </p:spPr>
        <p:txBody>
          <a:bodyPr anchor="ctr">
            <a:noAutofit/>
          </a:bodyPr>
          <a:lstStyle/>
          <a:p>
            <a:r>
              <a:rPr lang="hu-HU" sz="6600" cap="none" dirty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Betonlogisztika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CA5A425-B2DB-9115-B0FA-AA2DB0BF1F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7850" y="3791945"/>
            <a:ext cx="6257926" cy="868139"/>
          </a:xfrm>
        </p:spPr>
        <p:txBody>
          <a:bodyPr anchor="ctr">
            <a:noAutofit/>
          </a:bodyPr>
          <a:lstStyle/>
          <a:p>
            <a:pPr algn="r"/>
            <a:r>
              <a:rPr lang="hu-HU" sz="2400" dirty="0">
                <a:solidFill>
                  <a:srgbClr val="43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Készítette: </a:t>
            </a:r>
            <a:r>
              <a:rPr lang="hu-HU" sz="2400" dirty="0" err="1">
                <a:solidFill>
                  <a:srgbClr val="43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Fáró</a:t>
            </a:r>
            <a:r>
              <a:rPr lang="hu-HU" sz="2400" dirty="0">
                <a:solidFill>
                  <a:srgbClr val="43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Sebestyén, Erdősi Zsombor</a:t>
            </a:r>
          </a:p>
        </p:txBody>
      </p:sp>
    </p:spTree>
    <p:extLst>
      <p:ext uri="{BB962C8B-B14F-4D97-AF65-F5344CB8AC3E}">
        <p14:creationId xmlns:p14="http://schemas.microsoft.com/office/powerpoint/2010/main" val="14569855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D08C74B7-4148-AE0E-3200-75D079D13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D92386CA-9439-9B9F-E1A7-A229E52E0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542924"/>
            <a:ext cx="10691265" cy="1307592"/>
          </a:xfrm>
        </p:spPr>
        <p:txBody>
          <a:bodyPr>
            <a:normAutofit/>
          </a:bodyPr>
          <a:lstStyle/>
          <a:p>
            <a:pPr algn="ctr"/>
            <a:r>
              <a:rPr lang="hu-HU" sz="4400" cap="none" dirty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Projektünk 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0CB5A10-19CB-DE1A-BF32-BC930A1BA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1103" y="1850516"/>
            <a:ext cx="9940897" cy="3739896"/>
          </a:xfrm>
        </p:spPr>
        <p:txBody>
          <a:bodyPr>
            <a:normAutofit/>
          </a:bodyPr>
          <a:lstStyle/>
          <a:p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A betonrendelés/szállítás teljes folyamatának digitalizálása</a:t>
            </a:r>
          </a:p>
          <a:p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Betongyártó cégek összehasonlítása</a:t>
            </a:r>
          </a:p>
          <a:p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A felesleges telefonálgatások kiváltása gyors, online megoldással</a:t>
            </a:r>
          </a:p>
          <a:p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Olyan projekt létrehozása, amely a vizsga után is működőképes marad</a:t>
            </a:r>
          </a:p>
        </p:txBody>
      </p:sp>
    </p:spTree>
    <p:extLst>
      <p:ext uri="{BB962C8B-B14F-4D97-AF65-F5344CB8AC3E}">
        <p14:creationId xmlns:p14="http://schemas.microsoft.com/office/powerpoint/2010/main" val="2760765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8DEB696C-D554-B837-2E2D-569038E2E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11D336F6-8BA9-D6E6-0809-E8D94AF65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5" y="545738"/>
            <a:ext cx="10691265" cy="1307592"/>
          </a:xfrm>
        </p:spPr>
        <p:txBody>
          <a:bodyPr>
            <a:normAutofit/>
          </a:bodyPr>
          <a:lstStyle/>
          <a:p>
            <a:pPr algn="ctr"/>
            <a:r>
              <a:rPr lang="hu-HU" sz="4400" cap="none" dirty="0">
                <a:solidFill>
                  <a:srgbClr val="103175"/>
                </a:solidFill>
              </a:rPr>
              <a:t>Alkalmazott programok</a:t>
            </a:r>
          </a:p>
        </p:txBody>
      </p:sp>
      <p:pic>
        <p:nvPicPr>
          <p:cNvPr id="1026" name="Picture 2" descr="GitHub Logo, symbol, meaning, history, PNG, brand">
            <a:extLst>
              <a:ext uri="{FF2B5EF4-FFF2-40B4-BE49-F238E27FC236}">
                <a16:creationId xmlns:a16="http://schemas.microsoft.com/office/drawing/2014/main" id="{9F6855DA-2E1C-AED9-7754-318748DF4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318" y="2295124"/>
            <a:ext cx="2971800" cy="1671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7DD6637-30B1-5978-8AB2-A0E03EF46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685" y="4792480"/>
            <a:ext cx="1635841" cy="1635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ocker: Introduction">
            <a:extLst>
              <a:ext uri="{FF2B5EF4-FFF2-40B4-BE49-F238E27FC236}">
                <a16:creationId xmlns:a16="http://schemas.microsoft.com/office/drawing/2014/main" id="{88BF29D9-52AD-13C7-10E8-663B059E4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520" y="3555183"/>
            <a:ext cx="3926446" cy="2061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Discord Logo Icon App Transparent Background Premium Social Media Design  for Digital Download 65386552 PNG">
            <a:extLst>
              <a:ext uri="{FF2B5EF4-FFF2-40B4-BE49-F238E27FC236}">
                <a16:creationId xmlns:a16="http://schemas.microsoft.com/office/drawing/2014/main" id="{658C5439-847B-FC9E-3D45-095FA86BBE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3510" y="1333899"/>
            <a:ext cx="2384152" cy="2384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ostman Mini- API Testing Tool – Alkalmazások a Google Playen">
            <a:extLst>
              <a:ext uri="{FF2B5EF4-FFF2-40B4-BE49-F238E27FC236}">
                <a16:creationId xmlns:a16="http://schemas.microsoft.com/office/drawing/2014/main" id="{C1EDF7D0-3F22-0651-40FC-1D1948E08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5526" y="4045125"/>
            <a:ext cx="1565275" cy="156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EmailJS">
            <a:extLst>
              <a:ext uri="{FF2B5EF4-FFF2-40B4-BE49-F238E27FC236}">
                <a16:creationId xmlns:a16="http://schemas.microsoft.com/office/drawing/2014/main" id="{2E6BD276-FBC5-5AD8-9AD1-717C474E64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4920" y="1947693"/>
            <a:ext cx="1565276" cy="1565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8927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4BC74-F23F-F15F-4590-57EEAC948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14F0FA8E-1600-9A53-624F-3964D9565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F849D349-63A2-D762-3AF8-B827A8121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542924"/>
            <a:ext cx="10691265" cy="1307592"/>
          </a:xfrm>
        </p:spPr>
        <p:txBody>
          <a:bodyPr>
            <a:normAutofit/>
          </a:bodyPr>
          <a:lstStyle/>
          <a:p>
            <a:pPr algn="ctr"/>
            <a:r>
              <a:rPr lang="hu-HU" sz="4400" cap="none" dirty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Felhasználói szerepkörök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AE80BCB-E0E5-BCD5-BFB2-4CAD36AFB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1103" y="1850516"/>
            <a:ext cx="9078885" cy="3739896"/>
          </a:xfrm>
        </p:spPr>
        <p:txBody>
          <a:bodyPr>
            <a:normAutofit/>
          </a:bodyPr>
          <a:lstStyle/>
          <a:p>
            <a:r>
              <a:rPr lang="hu-HU" sz="2400" dirty="0" err="1">
                <a:latin typeface="Arial" panose="020B0604020202020204" pitchFamily="34" charset="0"/>
                <a:cs typeface="Arial" panose="020B0604020202020204" pitchFamily="34" charset="0"/>
              </a:rPr>
              <a:t>Admin</a:t>
            </a: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: új felhasználók létrehozása és szerkesztése, megrendelés – ajánlatkérés státuszának módosítása és törlése</a:t>
            </a:r>
          </a:p>
          <a:p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Felhasználó(</a:t>
            </a:r>
            <a:r>
              <a:rPr lang="hu-HU" sz="2400" dirty="0" err="1"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): ajánlatkérés, megrendelés, kapcsolatfelvétel</a:t>
            </a:r>
          </a:p>
          <a:p>
            <a:pPr marL="0" indent="0">
              <a:buNone/>
            </a:pPr>
            <a:endParaRPr lang="hu-H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6163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D933A-48A6-C5E6-DE3E-74E194936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3E47BF3B-4268-EF92-4D21-D335C3C1B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273D2E4F-446E-D20A-0DAE-5C74320C2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529" y="542924"/>
            <a:ext cx="10691265" cy="1307592"/>
          </a:xfrm>
        </p:spPr>
        <p:txBody>
          <a:bodyPr>
            <a:normAutofit/>
          </a:bodyPr>
          <a:lstStyle/>
          <a:p>
            <a:pPr algn="r"/>
            <a:r>
              <a:rPr lang="hu-HU" sz="4400" cap="none" dirty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Adatbázis szerkezet - áttekintés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15B2A71-E0A3-05D7-6CD1-6AC260A91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9614" y="1850516"/>
            <a:ext cx="9760472" cy="3739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A betonlogisztika egy relációs </a:t>
            </a:r>
            <a:r>
              <a:rPr lang="hu-HU" sz="2400" dirty="0" err="1"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 adatbázisra épül, amelyet Docker szerveren futtatunk. Ennek köszönhetően a rendszerünk gyors, megbízható, és a növekvő igényekhez is könnyen igazítható.</a:t>
            </a:r>
          </a:p>
          <a:p>
            <a:pPr marL="0" indent="0">
              <a:buNone/>
            </a:pPr>
            <a:endParaRPr lang="hu-HU" sz="2400" dirty="0">
              <a:latin typeface="+mj-lt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602F94E8-87BE-585D-5DA1-835AAFCB1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7100" y="3231849"/>
            <a:ext cx="5772150" cy="343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743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8010C-2B62-244F-E569-7D7171CCA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40943535-D1E9-5168-2646-5422C9596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A5ACDC1F-738F-F4C4-3109-1332D93CB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529" y="542924"/>
            <a:ext cx="10691265" cy="1307592"/>
          </a:xfrm>
        </p:spPr>
        <p:txBody>
          <a:bodyPr>
            <a:normAutofit/>
          </a:bodyPr>
          <a:lstStyle/>
          <a:p>
            <a:pPr algn="r"/>
            <a:r>
              <a:rPr lang="hu-HU" sz="4400" cap="none" dirty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Adatbázis szerkezet - áttekintés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CF1119A-05CE-67AC-1E98-A0DC43228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9614" y="1850516"/>
            <a:ext cx="9760472" cy="3739896"/>
          </a:xfrm>
        </p:spPr>
        <p:txBody>
          <a:bodyPr>
            <a:normAutofit/>
          </a:bodyPr>
          <a:lstStyle/>
          <a:p>
            <a:pPr marL="457200" indent="-457200">
              <a:buAutoNum type="arabicParenR"/>
            </a:pP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Felhasználók</a:t>
            </a:r>
          </a:p>
          <a:p>
            <a:pPr marL="457200" indent="-457200">
              <a:buAutoNum type="arabicParenR"/>
            </a:pP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Ajánlatok</a:t>
            </a:r>
          </a:p>
          <a:p>
            <a:pPr marL="457200" indent="-457200">
              <a:buAutoNum type="arabicParenR"/>
            </a:pP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Megrendelések</a:t>
            </a:r>
          </a:p>
          <a:p>
            <a:pPr marL="457200" indent="-457200">
              <a:buAutoNum type="arabicParenR"/>
            </a:pP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Betongyártók</a:t>
            </a:r>
          </a:p>
          <a:p>
            <a:pPr marL="457200" indent="-457200">
              <a:buAutoNum type="arabicParenR"/>
            </a:pP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Típusok</a:t>
            </a:r>
          </a:p>
          <a:p>
            <a:pPr marL="457200" indent="-457200">
              <a:buAutoNum type="arabicParenR"/>
            </a:pPr>
            <a:r>
              <a:rPr lang="hu-HU" sz="2400" dirty="0">
                <a:latin typeface="Arial" panose="020B0604020202020204" pitchFamily="34" charset="0"/>
                <a:cs typeface="Arial" panose="020B0604020202020204" pitchFamily="34" charset="0"/>
              </a:rPr>
              <a:t>Árak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D06CCAA6-290D-4B06-5CA8-FAD2DAAD7B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5036" y="1850516"/>
            <a:ext cx="2792936" cy="382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753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59426-672C-5DE8-35C9-25F1CA2B4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D9C91564-1F15-B39D-891D-E59C981F5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0B4C810B-77CC-FC5F-9E3C-D5A406B59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530" y="542924"/>
            <a:ext cx="7750696" cy="1307592"/>
          </a:xfrm>
        </p:spPr>
        <p:txBody>
          <a:bodyPr>
            <a:normAutofit/>
          </a:bodyPr>
          <a:lstStyle/>
          <a:p>
            <a:pPr algn="r"/>
            <a:r>
              <a:rPr lang="hu-HU" sz="4400" cap="none" dirty="0">
                <a:solidFill>
                  <a:srgbClr val="1031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Adatbázis szerkezet 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DE219DD6-CC67-A3F6-F124-AE18C1518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9FDA817F-9192-90AB-AAD5-A9E2293452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5415" y="1640567"/>
            <a:ext cx="8661170" cy="4965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136082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116</Words>
  <Application>Microsoft Macintosh PowerPoint</Application>
  <PresentationFormat>Szélesvásznú</PresentationFormat>
  <Paragraphs>25</Paragraphs>
  <Slides>7</Slides>
  <Notes>4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2" baseType="lpstr">
      <vt:lpstr>Aptos</vt:lpstr>
      <vt:lpstr>Arial</vt:lpstr>
      <vt:lpstr>Calisto MT</vt:lpstr>
      <vt:lpstr>Univers Condensed</vt:lpstr>
      <vt:lpstr>ChronicleVTI</vt:lpstr>
      <vt:lpstr>Betonlogisztika</vt:lpstr>
      <vt:lpstr>Projektünk célja</vt:lpstr>
      <vt:lpstr>Alkalmazott programok</vt:lpstr>
      <vt:lpstr>Felhasználói szerepkörök</vt:lpstr>
      <vt:lpstr>Adatbázis szerkezet - áttekintés</vt:lpstr>
      <vt:lpstr>Adatbázis szerkezet - áttekintés</vt:lpstr>
      <vt:lpstr>Adatbázis szerkezet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Zsombor Erdősi</dc:creator>
  <cp:lastModifiedBy>Zsombor Erdősi</cp:lastModifiedBy>
  <cp:revision>1</cp:revision>
  <dcterms:created xsi:type="dcterms:W3CDTF">2026-03-09T19:23:28Z</dcterms:created>
  <dcterms:modified xsi:type="dcterms:W3CDTF">2026-03-18T17:14:19Z</dcterms:modified>
</cp:coreProperties>
</file>