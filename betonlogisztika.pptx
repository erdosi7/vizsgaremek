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
  </p:notesMasterIdLst>
  <p:sldIdLst>
    <p:sldId id="256" r:id="rId2"/>
    <p:sldId id="257" r:id="rId3"/>
    <p:sldId id="261" r:id="rId4"/>
    <p:sldId id="258" r:id="rId5"/>
    <p:sldId id="259" r:id="rId6"/>
    <p:sldId id="260"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elhasználó" initials="F" lastIdx="1" clrIdx="0">
    <p:extLst>
      <p:ext uri="{19B8F6BF-5375-455C-9EA6-DF929625EA0E}">
        <p15:presenceInfo xmlns:p15="http://schemas.microsoft.com/office/powerpoint/2012/main" userId="6b47def5506083e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0" d="100"/>
          <a:sy n="90" d="100"/>
        </p:scale>
        <p:origin x="326" y="72"/>
      </p:cViewPr>
      <p:guideLst/>
    </p:cSldViewPr>
  </p:slideViewPr>
  <p:notesTextViewPr>
    <p:cViewPr>
      <p:scale>
        <a:sx n="1" d="1"/>
        <a:sy n="1" d="1"/>
      </p:scale>
      <p:origin x="0" y="0"/>
    </p:cViewPr>
  </p:notesTextViewPr>
  <p:notesViewPr>
    <p:cSldViewPr snapToGrid="0">
      <p:cViewPr varScale="1">
        <p:scale>
          <a:sx n="73" d="100"/>
          <a:sy n="73" d="100"/>
        </p:scale>
        <p:origin x="2918"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átum hely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F5FB77-23CB-4F37-9B1B-9432E72BDAC9}" type="datetimeFigureOut">
              <a:rPr lang="hu-HU" smtClean="0"/>
              <a:t>2026. 02. 27.</a:t>
            </a:fld>
            <a:endParaRPr lang="hu-HU"/>
          </a:p>
        </p:txBody>
      </p:sp>
      <p:sp>
        <p:nvSpPr>
          <p:cNvPr id="4" name="Diakép hely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u-HU"/>
          </a:p>
        </p:txBody>
      </p:sp>
      <p:sp>
        <p:nvSpPr>
          <p:cNvPr id="5" name="Jegyzetek hely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hu-HU"/>
          </a:p>
        </p:txBody>
      </p:sp>
      <p:sp>
        <p:nvSpPr>
          <p:cNvPr id="6" name="Élőláb hely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7" name="Dia számának hely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40DC5A-0DFF-4EE1-A0B2-E8B2C11DED4A}" type="slidenum">
              <a:rPr lang="hu-HU" smtClean="0"/>
              <a:t>‹#›</a:t>
            </a:fld>
            <a:endParaRPr lang="hu-HU"/>
          </a:p>
        </p:txBody>
      </p:sp>
    </p:spTree>
    <p:extLst>
      <p:ext uri="{BB962C8B-B14F-4D97-AF65-F5344CB8AC3E}">
        <p14:creationId xmlns:p14="http://schemas.microsoft.com/office/powerpoint/2010/main" val="2009680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hu-HU" dirty="0" smtClean="0">
                <a:latin typeface="Times New Roman" panose="02020603050405020304" pitchFamily="18" charset="0"/>
                <a:cs typeface="Times New Roman" panose="02020603050405020304" pitchFamily="18" charset="0"/>
              </a:rPr>
              <a:t>1. </a:t>
            </a:r>
            <a:r>
              <a:rPr lang="en-US" dirty="0" smtClean="0">
                <a:latin typeface="Times New Roman" panose="02020603050405020304" pitchFamily="18" charset="0"/>
                <a:cs typeface="Times New Roman" panose="02020603050405020304" pitchFamily="18" charset="0"/>
              </a:rPr>
              <a:t>My dad has a business that deals with concrete delivery, and that's why we chose concrete delivery as our topic. Our web application will hopefully be used in the near future to help with the concrete ordering process.</a:t>
            </a:r>
            <a:endParaRPr lang="hu-HU" dirty="0" smtClean="0">
              <a:latin typeface="Times New Roman" panose="02020603050405020304" pitchFamily="18" charset="0"/>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hu-HU" dirty="0" smtClean="0">
                <a:latin typeface="Times New Roman" panose="02020603050405020304" pitchFamily="18" charset="0"/>
                <a:cs typeface="Times New Roman" panose="02020603050405020304" pitchFamily="18" charset="0"/>
              </a:rPr>
              <a:t>2. </a:t>
            </a:r>
            <a:r>
              <a:rPr lang="en-US" dirty="0" smtClean="0">
                <a:latin typeface="Times New Roman" panose="02020603050405020304" pitchFamily="18" charset="0"/>
                <a:cs typeface="Times New Roman" panose="02020603050405020304" pitchFamily="18" charset="0"/>
              </a:rPr>
              <a:t>The purpose of the web application is to enable all important processes related to concrete ordering to be carried out on an online platform, from registration to order tracking</a:t>
            </a:r>
            <a:r>
              <a:rPr lang="en-US" dirty="0" smtClean="0">
                <a:latin typeface="Times New Roman" panose="02020603050405020304" pitchFamily="18" charset="0"/>
                <a:cs typeface="Times New Roman" panose="02020603050405020304" pitchFamily="18" charset="0"/>
              </a:rPr>
              <a:t>.</a:t>
            </a:r>
            <a:endParaRPr lang="hu-HU" dirty="0" smtClean="0">
              <a:latin typeface="Times New Roman" panose="02020603050405020304" pitchFamily="18" charset="0"/>
              <a:cs typeface="Times New Roman" panose="02020603050405020304" pitchFamily="18" charset="0"/>
            </a:endParaRPr>
          </a:p>
        </p:txBody>
      </p:sp>
      <p:sp>
        <p:nvSpPr>
          <p:cNvPr id="4" name="Dia számának helye 3"/>
          <p:cNvSpPr>
            <a:spLocks noGrp="1"/>
          </p:cNvSpPr>
          <p:nvPr>
            <p:ph type="sldNum" sz="quarter" idx="10"/>
          </p:nvPr>
        </p:nvSpPr>
        <p:spPr/>
        <p:txBody>
          <a:bodyPr/>
          <a:lstStyle/>
          <a:p>
            <a:fld id="{AC40DC5A-0DFF-4EE1-A0B2-E8B2C11DED4A}" type="slidenum">
              <a:rPr lang="hu-HU" smtClean="0"/>
              <a:t>2</a:t>
            </a:fld>
            <a:endParaRPr lang="hu-HU"/>
          </a:p>
        </p:txBody>
      </p:sp>
    </p:spTree>
    <p:extLst>
      <p:ext uri="{BB962C8B-B14F-4D97-AF65-F5344CB8AC3E}">
        <p14:creationId xmlns:p14="http://schemas.microsoft.com/office/powerpoint/2010/main" val="35064982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smtClean="0"/>
              <a:t>1. </a:t>
            </a:r>
            <a:r>
              <a:rPr lang="en-US" dirty="0" smtClean="0"/>
              <a:t>After logging in/registering, the user arrives at a home page where they can find information about the business and ask us questions if something is unclear. </a:t>
            </a:r>
          </a:p>
          <a:p>
            <a:r>
              <a:rPr lang="en-US" dirty="0" smtClean="0"/>
              <a:t>In addition, in separate menu items, the customer can request a quote, place an order, contact us, and see what partners we have, located on a map.</a:t>
            </a:r>
            <a:endParaRPr lang="hu-HU" dirty="0" smtClean="0"/>
          </a:p>
          <a:p>
            <a:r>
              <a:rPr lang="hu-HU" dirty="0" smtClean="0"/>
              <a:t>2. </a:t>
            </a:r>
            <a:r>
              <a:rPr lang="hu-HU" dirty="0" err="1" smtClean="0"/>
              <a:t>As</a:t>
            </a:r>
            <a:r>
              <a:rPr lang="hu-HU" baseline="0" dirty="0" smtClean="0"/>
              <a:t> </a:t>
            </a:r>
            <a:r>
              <a:rPr lang="hu-HU" baseline="0" dirty="0" err="1" smtClean="0"/>
              <a:t>soon</a:t>
            </a:r>
            <a:r>
              <a:rPr lang="hu-HU" baseline="0" dirty="0" smtClean="0"/>
              <a:t> </a:t>
            </a:r>
            <a:r>
              <a:rPr lang="hu-HU" baseline="0" dirty="0" err="1" smtClean="0"/>
              <a:t>as</a:t>
            </a:r>
            <a:r>
              <a:rPr lang="hu-HU" baseline="0" dirty="0" smtClean="0"/>
              <a:t> </a:t>
            </a:r>
            <a:r>
              <a:rPr lang="hu-HU" baseline="0" dirty="0" err="1" smtClean="0"/>
              <a:t>someone</a:t>
            </a:r>
            <a:r>
              <a:rPr lang="hu-HU" baseline="0" dirty="0" smtClean="0"/>
              <a:t> </a:t>
            </a:r>
            <a:r>
              <a:rPr lang="hu-HU" baseline="0" dirty="0" err="1" smtClean="0"/>
              <a:t>takes</a:t>
            </a:r>
            <a:r>
              <a:rPr lang="hu-HU" baseline="0" dirty="0" smtClean="0"/>
              <a:t> a </a:t>
            </a:r>
            <a:r>
              <a:rPr lang="hu-HU" baseline="0" dirty="0" err="1" smtClean="0"/>
              <a:t>request</a:t>
            </a:r>
            <a:r>
              <a:rPr lang="hu-HU" baseline="0" dirty="0" smtClean="0"/>
              <a:t> </a:t>
            </a:r>
            <a:r>
              <a:rPr lang="hu-HU" baseline="0" dirty="0" err="1" smtClean="0"/>
              <a:t>for</a:t>
            </a:r>
            <a:r>
              <a:rPr lang="hu-HU" baseline="0" dirty="0" smtClean="0"/>
              <a:t> </a:t>
            </a:r>
            <a:r>
              <a:rPr lang="hu-HU" baseline="0" dirty="0" err="1" smtClean="0"/>
              <a:t>proposals</a:t>
            </a:r>
            <a:r>
              <a:rPr lang="hu-HU" baseline="0" dirty="0" smtClean="0"/>
              <a:t>, we (</a:t>
            </a:r>
            <a:r>
              <a:rPr lang="hu-HU" baseline="0" dirty="0" err="1" smtClean="0"/>
              <a:t>the</a:t>
            </a:r>
            <a:r>
              <a:rPr lang="hu-HU" baseline="0" dirty="0" smtClean="0"/>
              <a:t> </a:t>
            </a:r>
            <a:r>
              <a:rPr lang="hu-HU" baseline="0" dirty="0" err="1" smtClean="0"/>
              <a:t>admin</a:t>
            </a:r>
            <a:r>
              <a:rPr lang="hu-HU" baseline="0" dirty="0" smtClean="0"/>
              <a:t>) </a:t>
            </a:r>
            <a:r>
              <a:rPr lang="hu-HU" baseline="0" dirty="0" err="1" smtClean="0"/>
              <a:t>will</a:t>
            </a:r>
            <a:r>
              <a:rPr lang="hu-HU" baseline="0" dirty="0" smtClean="0"/>
              <a:t> be </a:t>
            </a:r>
            <a:r>
              <a:rPr lang="hu-HU" baseline="0" dirty="0" err="1" smtClean="0"/>
              <a:t>able</a:t>
            </a:r>
            <a:r>
              <a:rPr lang="hu-HU" baseline="0" dirty="0" smtClean="0"/>
              <a:t> </a:t>
            </a:r>
            <a:r>
              <a:rPr lang="hu-HU" baseline="0" dirty="0" err="1" smtClean="0"/>
              <a:t>to</a:t>
            </a:r>
            <a:r>
              <a:rPr lang="hu-HU" baseline="0" dirty="0" smtClean="0"/>
              <a:t> </a:t>
            </a:r>
            <a:r>
              <a:rPr lang="hu-HU" baseline="0" dirty="0" err="1" smtClean="0"/>
              <a:t>see</a:t>
            </a:r>
            <a:r>
              <a:rPr lang="hu-HU" baseline="0" dirty="0" smtClean="0"/>
              <a:t> </a:t>
            </a:r>
            <a:r>
              <a:rPr lang="hu-HU" baseline="0" dirty="0" err="1" smtClean="0"/>
              <a:t>the</a:t>
            </a:r>
            <a:r>
              <a:rPr lang="hu-HU" baseline="0" dirty="0" smtClean="0"/>
              <a:t> </a:t>
            </a:r>
            <a:r>
              <a:rPr lang="hu-HU" baseline="0" dirty="0" err="1" smtClean="0"/>
              <a:t>proposal</a:t>
            </a:r>
            <a:r>
              <a:rPr lang="hu-HU" baseline="0" dirty="0" smtClean="0"/>
              <a:t>, </a:t>
            </a:r>
            <a:r>
              <a:rPr lang="hu-HU" baseline="0" dirty="0" err="1" smtClean="0"/>
              <a:t>after</a:t>
            </a:r>
            <a:r>
              <a:rPr lang="hu-HU" baseline="0" dirty="0" smtClean="0"/>
              <a:t> </a:t>
            </a:r>
            <a:r>
              <a:rPr lang="hu-HU" baseline="0" dirty="0" err="1" smtClean="0"/>
              <a:t>that</a:t>
            </a:r>
            <a:r>
              <a:rPr lang="hu-HU" baseline="0" dirty="0" smtClean="0"/>
              <a:t> we </a:t>
            </a:r>
            <a:r>
              <a:rPr lang="hu-HU" baseline="0" dirty="0" err="1" smtClean="0"/>
              <a:t>can</a:t>
            </a:r>
            <a:r>
              <a:rPr lang="hu-HU" baseline="0" dirty="0" smtClean="0"/>
              <a:t> </a:t>
            </a:r>
            <a:r>
              <a:rPr lang="hu-HU" baseline="0" dirty="0" err="1" smtClean="0"/>
              <a:t>accept</a:t>
            </a:r>
            <a:r>
              <a:rPr lang="hu-HU" baseline="0" dirty="0" smtClean="0"/>
              <a:t> , </a:t>
            </a:r>
            <a:r>
              <a:rPr lang="hu-HU" baseline="0" dirty="0" err="1" smtClean="0"/>
              <a:t>or</a:t>
            </a:r>
            <a:r>
              <a:rPr lang="hu-HU" baseline="0" dirty="0" smtClean="0"/>
              <a:t> </a:t>
            </a:r>
            <a:r>
              <a:rPr lang="hu-HU" baseline="0" dirty="0" err="1" smtClean="0"/>
              <a:t>even</a:t>
            </a:r>
            <a:r>
              <a:rPr lang="hu-HU" baseline="0" dirty="0" smtClean="0"/>
              <a:t> </a:t>
            </a:r>
            <a:r>
              <a:rPr lang="hu-HU" baseline="0" dirty="0" err="1" smtClean="0"/>
              <a:t>denie</a:t>
            </a:r>
            <a:r>
              <a:rPr lang="hu-HU" baseline="0" dirty="0" smtClean="0"/>
              <a:t> </a:t>
            </a:r>
            <a:r>
              <a:rPr lang="hu-HU" baseline="0" dirty="0" err="1" smtClean="0"/>
              <a:t>the</a:t>
            </a:r>
            <a:r>
              <a:rPr lang="hu-HU" baseline="0" dirty="0" smtClean="0"/>
              <a:t> </a:t>
            </a:r>
            <a:r>
              <a:rPr lang="hu-HU" baseline="0" dirty="0" err="1" smtClean="0"/>
              <a:t>request</a:t>
            </a:r>
            <a:r>
              <a:rPr lang="hu-HU" baseline="0" dirty="0" smtClean="0"/>
              <a:t> </a:t>
            </a:r>
            <a:r>
              <a:rPr lang="hu-HU" baseline="0" dirty="0" err="1" smtClean="0"/>
              <a:t>if</a:t>
            </a:r>
            <a:r>
              <a:rPr lang="hu-HU" baseline="0" dirty="0" smtClean="0"/>
              <a:t> </a:t>
            </a:r>
            <a:r>
              <a:rPr lang="hu-HU" baseline="0" dirty="0" err="1" smtClean="0"/>
              <a:t>it’s</a:t>
            </a:r>
            <a:r>
              <a:rPr lang="hu-HU" baseline="0" dirty="0" smtClean="0"/>
              <a:t> </a:t>
            </a:r>
            <a:r>
              <a:rPr lang="hu-HU" baseline="0" dirty="0" err="1" smtClean="0"/>
              <a:t>impossible</a:t>
            </a:r>
            <a:r>
              <a:rPr lang="hu-HU" baseline="0" dirty="0" smtClean="0"/>
              <a:t> </a:t>
            </a:r>
            <a:r>
              <a:rPr lang="hu-HU" baseline="0" dirty="0" err="1" smtClean="0"/>
              <a:t>to</a:t>
            </a:r>
            <a:r>
              <a:rPr lang="hu-HU" baseline="0" dirty="0" smtClean="0"/>
              <a:t> </a:t>
            </a:r>
            <a:r>
              <a:rPr lang="hu-HU" baseline="0" dirty="0" err="1" smtClean="0"/>
              <a:t>carry</a:t>
            </a:r>
            <a:r>
              <a:rPr lang="hu-HU" baseline="0" dirty="0" smtClean="0"/>
              <a:t> out.</a:t>
            </a:r>
            <a:endParaRPr lang="hu-HU" dirty="0" smtClean="0"/>
          </a:p>
          <a:p>
            <a:endParaRPr lang="hu-HU" dirty="0"/>
          </a:p>
        </p:txBody>
      </p:sp>
      <p:sp>
        <p:nvSpPr>
          <p:cNvPr id="4" name="Dia számának helye 3"/>
          <p:cNvSpPr>
            <a:spLocks noGrp="1"/>
          </p:cNvSpPr>
          <p:nvPr>
            <p:ph type="sldNum" sz="quarter" idx="10"/>
          </p:nvPr>
        </p:nvSpPr>
        <p:spPr/>
        <p:txBody>
          <a:bodyPr/>
          <a:lstStyle/>
          <a:p>
            <a:fld id="{AC40DC5A-0DFF-4EE1-A0B2-E8B2C11DED4A}" type="slidenum">
              <a:rPr lang="hu-HU" smtClean="0"/>
              <a:t>3</a:t>
            </a:fld>
            <a:endParaRPr lang="hu-HU"/>
          </a:p>
        </p:txBody>
      </p:sp>
    </p:spTree>
    <p:extLst>
      <p:ext uri="{BB962C8B-B14F-4D97-AF65-F5344CB8AC3E}">
        <p14:creationId xmlns:p14="http://schemas.microsoft.com/office/powerpoint/2010/main" val="9065730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228600" indent="-228600">
              <a:buAutoNum type="arabicPeriod"/>
            </a:pPr>
            <a:r>
              <a:rPr lang="en-US" dirty="0" smtClean="0"/>
              <a:t>Word – </a:t>
            </a:r>
            <a:r>
              <a:rPr lang="en-US" dirty="0" err="1" smtClean="0"/>
              <a:t>Powerpoint</a:t>
            </a:r>
            <a:r>
              <a:rPr lang="en-US" dirty="0" smtClean="0"/>
              <a:t> – These applications were of great help in creating the document, as we both have ICDL certificates, so we were able to use them with sufficient knowledge and experience.</a:t>
            </a:r>
            <a:endParaRPr lang="hu-HU" dirty="0" smtClean="0"/>
          </a:p>
          <a:p>
            <a:pPr marL="228600" indent="-228600">
              <a:buAutoNum type="arabicPeriod"/>
            </a:pPr>
            <a:r>
              <a:rPr lang="en-US" dirty="0" smtClean="0"/>
              <a:t>The main program, this is what we used the most, when we finished our work, we just uploaded it and both of us saw it. This application was indispensable.</a:t>
            </a:r>
            <a:endParaRPr lang="hu-HU" dirty="0" smtClean="0"/>
          </a:p>
          <a:p>
            <a:pPr marL="228600" indent="-228600">
              <a:buAutoNum type="arabicPeriod"/>
            </a:pPr>
            <a:r>
              <a:rPr lang="en-US" dirty="0" smtClean="0"/>
              <a:t>We think this is the best development app, we found our bugs easily, thanks to this we were able to work faster.</a:t>
            </a:r>
            <a:endParaRPr lang="hu-HU" dirty="0" smtClean="0"/>
          </a:p>
          <a:p>
            <a:pPr marL="228600" indent="-228600">
              <a:buAutoNum type="arabicPeriod"/>
            </a:pPr>
            <a:r>
              <a:rPr lang="en-US" dirty="0" smtClean="0"/>
              <a:t>Docker made it possible to run our frontend, backend, and database workloads simultaneously.</a:t>
            </a:r>
            <a:endParaRPr lang="hu-HU" dirty="0"/>
          </a:p>
        </p:txBody>
      </p:sp>
      <p:sp>
        <p:nvSpPr>
          <p:cNvPr id="4" name="Dia számának helye 3"/>
          <p:cNvSpPr>
            <a:spLocks noGrp="1"/>
          </p:cNvSpPr>
          <p:nvPr>
            <p:ph type="sldNum" sz="quarter" idx="10"/>
          </p:nvPr>
        </p:nvSpPr>
        <p:spPr/>
        <p:txBody>
          <a:bodyPr/>
          <a:lstStyle/>
          <a:p>
            <a:fld id="{AC40DC5A-0DFF-4EE1-A0B2-E8B2C11DED4A}" type="slidenum">
              <a:rPr lang="hu-HU" smtClean="0"/>
              <a:t>4</a:t>
            </a:fld>
            <a:endParaRPr lang="hu-HU"/>
          </a:p>
        </p:txBody>
      </p:sp>
    </p:spTree>
    <p:extLst>
      <p:ext uri="{BB962C8B-B14F-4D97-AF65-F5344CB8AC3E}">
        <p14:creationId xmlns:p14="http://schemas.microsoft.com/office/powerpoint/2010/main" val="6467719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smtClean="0"/>
              <a:t>1. </a:t>
            </a:r>
            <a:r>
              <a:rPr lang="en-US" dirty="0" smtClean="0"/>
              <a:t>Our database was essential in the creation of our project, as it ensured the structured storage and management of data. With its help, information could be easily accessed, modified and queried, which contributed to the reliable operation of the system. The proper structure of the database provided a basis for the efficient development and testing of the software. While designing our final database, we encountered many problems, so it required continuous development.</a:t>
            </a:r>
            <a:endParaRPr lang="hu-HU" dirty="0"/>
          </a:p>
        </p:txBody>
      </p:sp>
      <p:sp>
        <p:nvSpPr>
          <p:cNvPr id="4" name="Dia számának helye 3"/>
          <p:cNvSpPr>
            <a:spLocks noGrp="1"/>
          </p:cNvSpPr>
          <p:nvPr>
            <p:ph type="sldNum" sz="quarter" idx="10"/>
          </p:nvPr>
        </p:nvSpPr>
        <p:spPr/>
        <p:txBody>
          <a:bodyPr/>
          <a:lstStyle/>
          <a:p>
            <a:fld id="{AC40DC5A-0DFF-4EE1-A0B2-E8B2C11DED4A}" type="slidenum">
              <a:rPr lang="hu-HU" smtClean="0"/>
              <a:t>5</a:t>
            </a:fld>
            <a:endParaRPr lang="hu-HU"/>
          </a:p>
        </p:txBody>
      </p:sp>
    </p:spTree>
    <p:extLst>
      <p:ext uri="{BB962C8B-B14F-4D97-AF65-F5344CB8AC3E}">
        <p14:creationId xmlns:p14="http://schemas.microsoft.com/office/powerpoint/2010/main" val="15801583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ímdia">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hu-HU" smtClean="0"/>
              <a:t>Mintacím szerkesztése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u-HU" smtClean="0"/>
              <a:t>Kattintson ide az alcím mintájának szerkesztéséhez</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2/27/2026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smtClean="0"/>
              <a:t>Mintacím szerkesztése</a:t>
            </a:r>
            <a:endParaRPr lang="en-US" dirty="0"/>
          </a:p>
        </p:txBody>
      </p:sp>
      <p:sp>
        <p:nvSpPr>
          <p:cNvPr id="3" name="Content Placeholder 2"/>
          <p:cNvSpPr>
            <a:spLocks noGrp="1"/>
          </p:cNvSpPr>
          <p:nvPr>
            <p:ph idx="1"/>
          </p:nvPr>
        </p:nvSpPr>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hu-HU" smtClean="0"/>
              <a:t>Mintacím szerkesztése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u-HU" smtClean="0"/>
              <a:t>Mintaszöveg szerkesztése</a:t>
            </a:r>
          </a:p>
        </p:txBody>
      </p:sp>
      <p:sp>
        <p:nvSpPr>
          <p:cNvPr id="4" name="Date Placeholder 3"/>
          <p:cNvSpPr>
            <a:spLocks noGrp="1"/>
          </p:cNvSpPr>
          <p:nvPr>
            <p:ph type="dt" sz="half" idx="10"/>
          </p:nvPr>
        </p:nvSpPr>
        <p:spPr/>
        <p:txBody>
          <a:bodyPr/>
          <a:lstStyle/>
          <a:p>
            <a:fld id="{48A87A34-81AB-432B-8DAE-1953F412C126}" type="datetimeFigureOut">
              <a:rPr lang="en-US" dirty="0"/>
              <a:t>2/27/2026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smtClean="0"/>
              <a:t>Mintacím szerkesztése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2/27/2026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hu-HU" smtClean="0"/>
              <a:t>Mintacím szerkesztése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smtClean="0"/>
              <a:t>Mintaszöveg szerkesztése</a:t>
            </a:r>
          </a:p>
        </p:txBody>
      </p:sp>
      <p:sp>
        <p:nvSpPr>
          <p:cNvPr id="4" name="Content Placeholder 3"/>
          <p:cNvSpPr>
            <a:spLocks noGrp="1"/>
          </p:cNvSpPr>
          <p:nvPr>
            <p:ph sz="half" idx="2"/>
          </p:nvPr>
        </p:nvSpPr>
        <p:spPr>
          <a:xfrm>
            <a:off x="1141410" y="3073397"/>
            <a:ext cx="4878391" cy="2717801"/>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smtClean="0"/>
              <a:t>Mintaszöveg szerkesztése</a:t>
            </a:r>
          </a:p>
        </p:txBody>
      </p:sp>
      <p:sp>
        <p:nvSpPr>
          <p:cNvPr id="6" name="Content Placeholder 5"/>
          <p:cNvSpPr>
            <a:spLocks noGrp="1"/>
          </p:cNvSpPr>
          <p:nvPr>
            <p:ph sz="quarter" idx="4"/>
          </p:nvPr>
        </p:nvSpPr>
        <p:spPr>
          <a:xfrm>
            <a:off x="6172200" y="3073397"/>
            <a:ext cx="4875210" cy="2717801"/>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2/27/2026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smtClean="0"/>
              <a:t>Mintacím szerkesztése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2/27/2026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2/27/2026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hu-HU" smtClean="0"/>
              <a:t>Mintacím szerkesztése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smtClean="0"/>
              <a:t>Mintaszöveg szerkesztése</a:t>
            </a:r>
          </a:p>
        </p:txBody>
      </p:sp>
      <p:sp>
        <p:nvSpPr>
          <p:cNvPr id="5" name="Date Placeholder 4"/>
          <p:cNvSpPr>
            <a:spLocks noGrp="1"/>
          </p:cNvSpPr>
          <p:nvPr>
            <p:ph type="dt" sz="half" idx="10"/>
          </p:nvPr>
        </p:nvSpPr>
        <p:spPr/>
        <p:txBody>
          <a:bodyPr/>
          <a:lstStyle/>
          <a:p>
            <a:fld id="{48A87A34-81AB-432B-8DAE-1953F412C126}" type="datetimeFigureOut">
              <a:rPr lang="en-US" dirty="0"/>
              <a:t>2/27/2026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hu-HU" smtClean="0"/>
              <a:t>Mintacím szerkesztése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u-HU" smtClean="0"/>
              <a:t>Kép beszúrásához kattintson az ikonra</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smtClean="0"/>
              <a:t>Mintaszöveg szerkesztése</a:t>
            </a:r>
          </a:p>
        </p:txBody>
      </p:sp>
      <p:sp>
        <p:nvSpPr>
          <p:cNvPr id="5" name="Date Placeholder 4"/>
          <p:cNvSpPr>
            <a:spLocks noGrp="1"/>
          </p:cNvSpPr>
          <p:nvPr>
            <p:ph type="dt" sz="half" idx="10"/>
          </p:nvPr>
        </p:nvSpPr>
        <p:spPr/>
        <p:txBody>
          <a:bodyPr/>
          <a:lstStyle/>
          <a:p>
            <a:fld id="{48A87A34-81AB-432B-8DAE-1953F412C126}" type="datetimeFigureOut">
              <a:rPr lang="en-US" dirty="0"/>
              <a:t>2/27/2026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ámakép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hu-HU" smtClean="0"/>
              <a:t>Mintacím szerkesztése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hu-HU" smtClean="0"/>
              <a:t>Kép beszúrásához kattintson az ikonra</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smtClean="0"/>
              <a:t>Mintaszöveg szerkesztése</a:t>
            </a:r>
          </a:p>
        </p:txBody>
      </p:sp>
      <p:sp>
        <p:nvSpPr>
          <p:cNvPr id="5" name="Date Placeholder 4"/>
          <p:cNvSpPr>
            <a:spLocks noGrp="1"/>
          </p:cNvSpPr>
          <p:nvPr>
            <p:ph type="dt" sz="half" idx="10"/>
          </p:nvPr>
        </p:nvSpPr>
        <p:spPr/>
        <p:txBody>
          <a:bodyPr/>
          <a:lstStyle/>
          <a:p>
            <a:fld id="{48A87A34-81AB-432B-8DAE-1953F412C126}" type="datetimeFigureOut">
              <a:rPr lang="en-US" dirty="0"/>
              <a:t>2/27/2026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ím és képaláírás">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hu-HU" smtClean="0"/>
              <a:t>Mintacím szerkesztése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smtClean="0"/>
              <a:t>Mintaszöveg szerkesztése</a:t>
            </a:r>
          </a:p>
        </p:txBody>
      </p:sp>
      <p:sp>
        <p:nvSpPr>
          <p:cNvPr id="5" name="Date Placeholder 4"/>
          <p:cNvSpPr>
            <a:spLocks noGrp="1"/>
          </p:cNvSpPr>
          <p:nvPr>
            <p:ph type="dt" sz="half" idx="10"/>
          </p:nvPr>
        </p:nvSpPr>
        <p:spPr/>
        <p:txBody>
          <a:bodyPr/>
          <a:lstStyle/>
          <a:p>
            <a:fld id="{48A87A34-81AB-432B-8DAE-1953F412C126}" type="datetimeFigureOut">
              <a:rPr lang="en-US" dirty="0"/>
              <a:t>2/27/2026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dézet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hu-HU" smtClean="0"/>
              <a:t>Mintacím szerkesztése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smtClean="0"/>
              <a:t>Mintaszöveg szerkesztése</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smtClean="0"/>
              <a:t>Mintaszöveg szerkesztése</a:t>
            </a:r>
          </a:p>
        </p:txBody>
      </p:sp>
      <p:sp>
        <p:nvSpPr>
          <p:cNvPr id="5" name="Date Placeholder 4"/>
          <p:cNvSpPr>
            <a:spLocks noGrp="1"/>
          </p:cNvSpPr>
          <p:nvPr>
            <p:ph type="dt" sz="half" idx="10"/>
          </p:nvPr>
        </p:nvSpPr>
        <p:spPr/>
        <p:txBody>
          <a:bodyPr/>
          <a:lstStyle/>
          <a:p>
            <a:fld id="{48A87A34-81AB-432B-8DAE-1953F412C126}" type="datetimeFigureOut">
              <a:rPr lang="en-US" dirty="0"/>
              <a:t>2/27/2026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évkártya">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hu-HU" smtClean="0"/>
              <a:t>Mintacím szerkesztése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smtClean="0"/>
              <a:t>Mintaszöveg szerkesztése</a:t>
            </a:r>
          </a:p>
        </p:txBody>
      </p:sp>
      <p:sp>
        <p:nvSpPr>
          <p:cNvPr id="5" name="Date Placeholder 4"/>
          <p:cNvSpPr>
            <a:spLocks noGrp="1"/>
          </p:cNvSpPr>
          <p:nvPr>
            <p:ph type="dt" sz="half" idx="10"/>
          </p:nvPr>
        </p:nvSpPr>
        <p:spPr/>
        <p:txBody>
          <a:bodyPr/>
          <a:lstStyle/>
          <a:p>
            <a:fld id="{48A87A34-81AB-432B-8DAE-1953F412C126}" type="datetimeFigureOut">
              <a:rPr lang="en-US" dirty="0"/>
              <a:t>2/27/2026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hasáb">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hu-HU" smtClean="0"/>
              <a:t>Mintacím szerkesztése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smtClean="0"/>
              <a:t>Mintaszöveg szerkesztése</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smtClean="0"/>
              <a:t>Mintaszöveg szerkesztése</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smtClean="0"/>
              <a:t>Mintaszöveg szerkesztése</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smtClean="0"/>
              <a:t>Mintaszöveg szerkesztése</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smtClean="0"/>
              <a:t>Mintaszöveg szerkesztése</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smtClean="0"/>
              <a:t>Mintaszöveg szerkesztése</a:t>
            </a:r>
          </a:p>
        </p:txBody>
      </p:sp>
      <p:sp>
        <p:nvSpPr>
          <p:cNvPr id="3" name="Date Placeholder 2"/>
          <p:cNvSpPr>
            <a:spLocks noGrp="1"/>
          </p:cNvSpPr>
          <p:nvPr>
            <p:ph type="dt" sz="half" idx="10"/>
          </p:nvPr>
        </p:nvSpPr>
        <p:spPr/>
        <p:txBody>
          <a:bodyPr/>
          <a:lstStyle/>
          <a:p>
            <a:fld id="{48A87A34-81AB-432B-8DAE-1953F412C126}" type="datetimeFigureOut">
              <a:rPr lang="en-US" dirty="0"/>
              <a:t>2/27/2026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képhasáb">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hu-HU" smtClean="0"/>
              <a:t>Mintacím szerkesztése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smtClean="0"/>
              <a:t>Mintaszöveg szerkesztése</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hu-HU" smtClean="0"/>
              <a:t>Kép beszúrásához kattintson az ikonra</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smtClean="0"/>
              <a:t>Mintaszöveg szerkesztése</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smtClean="0"/>
              <a:t>Mintaszöveg szerkesztése</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hu-HU" smtClean="0"/>
              <a:t>Kép beszúrásához kattintson az ikonra</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smtClean="0"/>
              <a:t>Mintaszöveg szerkesztése</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smtClean="0"/>
              <a:t>Mintaszöveg szerkesztése</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hu-HU" smtClean="0"/>
              <a:t>Kép beszúrásához kattintson az ikonra</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smtClean="0"/>
              <a:t>Mintaszöveg szerkesztése</a:t>
            </a:r>
          </a:p>
        </p:txBody>
      </p:sp>
      <p:sp>
        <p:nvSpPr>
          <p:cNvPr id="3" name="Date Placeholder 2"/>
          <p:cNvSpPr>
            <a:spLocks noGrp="1"/>
          </p:cNvSpPr>
          <p:nvPr>
            <p:ph type="dt" sz="half" idx="10"/>
          </p:nvPr>
        </p:nvSpPr>
        <p:spPr/>
        <p:txBody>
          <a:bodyPr/>
          <a:lstStyle/>
          <a:p>
            <a:fld id="{48A87A34-81AB-432B-8DAE-1953F412C126}" type="datetimeFigureOut">
              <a:rPr lang="en-US" dirty="0"/>
              <a:t>2/27/2026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smtClean="0"/>
              <a:t>Mintacím szerkesztése</a:t>
            </a:r>
            <a:endParaRPr lang="en-US" dirty="0"/>
          </a:p>
        </p:txBody>
      </p:sp>
      <p:sp>
        <p:nvSpPr>
          <p:cNvPr id="3" name="Vertical Text Placeholder 2"/>
          <p:cNvSpPr>
            <a:spLocks noGrp="1"/>
          </p:cNvSpPr>
          <p:nvPr>
            <p:ph type="body" orient="vert" idx="1"/>
          </p:nvPr>
        </p:nvSpPr>
        <p:spPr/>
        <p:txBody>
          <a:bodyPr vert="eaVert" anchor="t"/>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hu-HU" smtClean="0"/>
              <a:t>Mintacím szerkesztése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2/27/2026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ctrTitle"/>
          </p:nvPr>
        </p:nvSpPr>
        <p:spPr/>
        <p:txBody>
          <a:bodyPr>
            <a:normAutofit/>
          </a:bodyPr>
          <a:lstStyle/>
          <a:p>
            <a:pPr algn="ctr"/>
            <a:r>
              <a:rPr lang="hu-HU" sz="36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Betonlogisztika</a:t>
            </a:r>
            <a:br>
              <a:rPr lang="hu-HU" sz="36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endParaRPr lang="hu-HU"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Szövegdoboz 3"/>
          <p:cNvSpPr txBox="1"/>
          <p:nvPr/>
        </p:nvSpPr>
        <p:spPr>
          <a:xfrm>
            <a:off x="8193024" y="5907024"/>
            <a:ext cx="4197096" cy="307777"/>
          </a:xfrm>
          <a:prstGeom prst="rect">
            <a:avLst/>
          </a:prstGeom>
          <a:noFill/>
        </p:spPr>
        <p:txBody>
          <a:bodyPr wrap="square" rtlCol="0">
            <a:spAutoFit/>
          </a:bodyPr>
          <a:lstStyle/>
          <a:p>
            <a:r>
              <a:rPr lang="hu-HU" sz="1400" dirty="0" smtClean="0">
                <a:latin typeface="Times New Roman" panose="02020603050405020304" pitchFamily="18" charset="0"/>
                <a:cs typeface="Times New Roman" panose="02020603050405020304" pitchFamily="18" charset="0"/>
              </a:rPr>
              <a:t>Made </a:t>
            </a:r>
            <a:r>
              <a:rPr lang="hu-HU" sz="1400" dirty="0" err="1" smtClean="0">
                <a:latin typeface="Times New Roman" panose="02020603050405020304" pitchFamily="18" charset="0"/>
                <a:cs typeface="Times New Roman" panose="02020603050405020304" pitchFamily="18" charset="0"/>
              </a:rPr>
              <a:t>by</a:t>
            </a:r>
            <a:r>
              <a:rPr lang="hu-HU" sz="1400" dirty="0" smtClean="0">
                <a:latin typeface="Times New Roman" panose="02020603050405020304" pitchFamily="18" charset="0"/>
                <a:cs typeface="Times New Roman" panose="02020603050405020304" pitchFamily="18" charset="0"/>
              </a:rPr>
              <a:t>: Sebestyén </a:t>
            </a:r>
            <a:r>
              <a:rPr lang="hu-HU" sz="1400" dirty="0" err="1" smtClean="0">
                <a:latin typeface="Times New Roman" panose="02020603050405020304" pitchFamily="18" charset="0"/>
                <a:cs typeface="Times New Roman" panose="02020603050405020304" pitchFamily="18" charset="0"/>
              </a:rPr>
              <a:t>Fáró</a:t>
            </a:r>
            <a:r>
              <a:rPr lang="hu-HU" sz="1400" dirty="0" smtClean="0">
                <a:latin typeface="Times New Roman" panose="02020603050405020304" pitchFamily="18" charset="0"/>
                <a:cs typeface="Times New Roman" panose="02020603050405020304" pitchFamily="18" charset="0"/>
              </a:rPr>
              <a:t>, Zsombor </a:t>
            </a:r>
            <a:r>
              <a:rPr lang="hu-HU" sz="1400" dirty="0" err="1" smtClean="0">
                <a:latin typeface="Times New Roman" panose="02020603050405020304" pitchFamily="18" charset="0"/>
                <a:cs typeface="Times New Roman" panose="02020603050405020304" pitchFamily="18" charset="0"/>
              </a:rPr>
              <a:t>Erdősi</a:t>
            </a:r>
            <a:endParaRPr lang="hu-HU" sz="1400" dirty="0">
              <a:latin typeface="Times New Roman" panose="02020603050405020304" pitchFamily="18" charset="0"/>
              <a:cs typeface="Times New Roman" panose="02020603050405020304" pitchFamily="18" charset="0"/>
            </a:endParaRPr>
          </a:p>
        </p:txBody>
      </p:sp>
      <p:pic>
        <p:nvPicPr>
          <p:cNvPr id="6" name="Kép 5"/>
          <p:cNvPicPr>
            <a:picLocks noChangeAspect="1"/>
          </p:cNvPicPr>
          <p:nvPr/>
        </p:nvPicPr>
        <p:blipFill>
          <a:blip r:embed="rId2"/>
          <a:stretch>
            <a:fillRect/>
          </a:stretch>
        </p:blipFill>
        <p:spPr>
          <a:xfrm>
            <a:off x="3726771" y="2941168"/>
            <a:ext cx="4466253" cy="2977502"/>
          </a:xfrm>
          <a:prstGeom prst="rect">
            <a:avLst/>
          </a:prstGeom>
        </p:spPr>
      </p:pic>
    </p:spTree>
    <p:extLst>
      <p:ext uri="{BB962C8B-B14F-4D97-AF65-F5344CB8AC3E}">
        <p14:creationId xmlns:p14="http://schemas.microsoft.com/office/powerpoint/2010/main" val="157883904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zövegdoboz 1"/>
          <p:cNvSpPr txBox="1"/>
          <p:nvPr/>
        </p:nvSpPr>
        <p:spPr>
          <a:xfrm>
            <a:off x="1194318" y="886408"/>
            <a:ext cx="3648270" cy="830997"/>
          </a:xfrm>
          <a:prstGeom prst="rect">
            <a:avLst/>
          </a:prstGeom>
          <a:noFill/>
        </p:spPr>
        <p:txBody>
          <a:bodyPr wrap="square" rtlCol="0">
            <a:spAutoFit/>
          </a:bodyPr>
          <a:lstStyle/>
          <a:p>
            <a:r>
              <a:rPr lang="hu-HU" sz="4800" dirty="0" err="1" smtClean="0">
                <a:latin typeface="Times New Roman" panose="02020603050405020304" pitchFamily="18" charset="0"/>
                <a:cs typeface="Times New Roman" panose="02020603050405020304" pitchFamily="18" charset="0"/>
              </a:rPr>
              <a:t>Introduction</a:t>
            </a:r>
            <a:endParaRPr lang="hu-HU" sz="4800" dirty="0">
              <a:latin typeface="Times New Roman" panose="02020603050405020304" pitchFamily="18" charset="0"/>
              <a:cs typeface="Times New Roman" panose="02020603050405020304" pitchFamily="18" charset="0"/>
            </a:endParaRPr>
          </a:p>
        </p:txBody>
      </p:sp>
      <p:sp>
        <p:nvSpPr>
          <p:cNvPr id="3" name="Szövegdoboz 2"/>
          <p:cNvSpPr txBox="1"/>
          <p:nvPr/>
        </p:nvSpPr>
        <p:spPr>
          <a:xfrm>
            <a:off x="1194318" y="2281749"/>
            <a:ext cx="9367934" cy="4401205"/>
          </a:xfrm>
          <a:prstGeom prst="rect">
            <a:avLst/>
          </a:prstGeom>
          <a:noFill/>
        </p:spPr>
        <p:txBody>
          <a:bodyPr wrap="square" rtlCol="0">
            <a:spAutoFit/>
          </a:bodyPr>
          <a:lstStyle/>
          <a:p>
            <a:pPr marL="457200" indent="-457200">
              <a:buFont typeface="Arial" panose="020B0604020202020204" pitchFamily="34" charset="0"/>
              <a:buChar char="•"/>
            </a:pPr>
            <a:endParaRPr lang="hu-HU" sz="2800" dirty="0" smtClean="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hu-HU" sz="2800" dirty="0" smtClean="0">
                <a:latin typeface="Times New Roman" panose="02020603050405020304" pitchFamily="18" charset="0"/>
                <a:cs typeface="Times New Roman" panose="02020603050405020304" pitchFamily="18" charset="0"/>
              </a:rPr>
              <a:t>The </a:t>
            </a:r>
            <a:r>
              <a:rPr lang="hu-HU" sz="2800" dirty="0" smtClean="0">
                <a:latin typeface="Times New Roman" panose="02020603050405020304" pitchFamily="18" charset="0"/>
                <a:cs typeface="Times New Roman" panose="02020603050405020304" pitchFamily="18" charset="0"/>
              </a:rPr>
              <a:t>idea </a:t>
            </a:r>
          </a:p>
          <a:p>
            <a:pPr marL="457200" indent="-457200">
              <a:buFont typeface="Arial" panose="020B0604020202020204" pitchFamily="34" charset="0"/>
              <a:buChar char="•"/>
            </a:pPr>
            <a:endParaRPr lang="hu-HU" sz="2800" dirty="0" smtClean="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hu-HU" sz="2800" dirty="0" smtClean="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hu-HU"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hu-HU" sz="2800" dirty="0" err="1">
                <a:latin typeface="Times New Roman" panose="02020603050405020304" pitchFamily="18" charset="0"/>
                <a:cs typeface="Times New Roman" panose="02020603050405020304" pitchFamily="18" charset="0"/>
              </a:rPr>
              <a:t>Goal</a:t>
            </a:r>
            <a:r>
              <a:rPr lang="hu-HU" sz="2800" dirty="0">
                <a:latin typeface="Times New Roman" panose="02020603050405020304" pitchFamily="18" charset="0"/>
                <a:cs typeface="Times New Roman" panose="02020603050405020304" pitchFamily="18" charset="0"/>
              </a:rPr>
              <a:t> of </a:t>
            </a:r>
            <a:r>
              <a:rPr lang="hu-HU" sz="2800" dirty="0" err="1">
                <a:latin typeface="Times New Roman" panose="02020603050405020304" pitchFamily="18" charset="0"/>
                <a:cs typeface="Times New Roman" panose="02020603050405020304" pitchFamily="18" charset="0"/>
              </a:rPr>
              <a:t>the</a:t>
            </a:r>
            <a:r>
              <a:rPr lang="hu-HU" sz="2800" dirty="0">
                <a:latin typeface="Times New Roman" panose="02020603050405020304" pitchFamily="18" charset="0"/>
                <a:cs typeface="Times New Roman" panose="02020603050405020304" pitchFamily="18" charset="0"/>
              </a:rPr>
              <a:t> </a:t>
            </a:r>
            <a:r>
              <a:rPr lang="hu-HU" sz="2800" dirty="0" err="1" smtClean="0">
                <a:latin typeface="Times New Roman" panose="02020603050405020304" pitchFamily="18" charset="0"/>
                <a:cs typeface="Times New Roman" panose="02020603050405020304" pitchFamily="18" charset="0"/>
              </a:rPr>
              <a:t>webapp</a:t>
            </a:r>
            <a:endParaRPr lang="hu-HU" sz="2800" dirty="0" smtClean="0">
              <a:latin typeface="Times New Roman" panose="02020603050405020304" pitchFamily="18" charset="0"/>
              <a:cs typeface="Times New Roman" panose="02020603050405020304" pitchFamily="18" charset="0"/>
            </a:endParaRPr>
          </a:p>
          <a:p>
            <a:endParaRPr lang="hu-HU"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hu-HU" sz="2800" dirty="0" smtClean="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hu-HU"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hu-HU" sz="2800" dirty="0" smtClean="0">
              <a:latin typeface="Times New Roman" panose="02020603050405020304" pitchFamily="18" charset="0"/>
              <a:cs typeface="Times New Roman" panose="02020603050405020304" pitchFamily="18" charset="0"/>
            </a:endParaRPr>
          </a:p>
        </p:txBody>
      </p:sp>
      <p:pic>
        <p:nvPicPr>
          <p:cNvPr id="7" name="Kép 6"/>
          <p:cNvPicPr>
            <a:picLocks noChangeAspect="1"/>
          </p:cNvPicPr>
          <p:nvPr/>
        </p:nvPicPr>
        <p:blipFill>
          <a:blip r:embed="rId3"/>
          <a:stretch>
            <a:fillRect/>
          </a:stretch>
        </p:blipFill>
        <p:spPr>
          <a:xfrm>
            <a:off x="8175202" y="3029283"/>
            <a:ext cx="2514600" cy="2514600"/>
          </a:xfrm>
          <a:prstGeom prst="rect">
            <a:avLst/>
          </a:prstGeom>
        </p:spPr>
      </p:pic>
    </p:spTree>
    <p:extLst>
      <p:ext uri="{BB962C8B-B14F-4D97-AF65-F5344CB8AC3E}">
        <p14:creationId xmlns:p14="http://schemas.microsoft.com/office/powerpoint/2010/main" val="173313550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Tartalom helye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507812" y="795867"/>
            <a:ext cx="3480679" cy="2260600"/>
          </a:xfrm>
        </p:spPr>
      </p:pic>
      <p:pic>
        <p:nvPicPr>
          <p:cNvPr id="5" name="Kép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68798" y="3606799"/>
            <a:ext cx="3650151" cy="2370667"/>
          </a:xfrm>
          <a:prstGeom prst="rect">
            <a:avLst/>
          </a:prstGeom>
        </p:spPr>
      </p:pic>
      <p:sp>
        <p:nvSpPr>
          <p:cNvPr id="7" name="Szövegdoboz 6"/>
          <p:cNvSpPr txBox="1"/>
          <p:nvPr/>
        </p:nvSpPr>
        <p:spPr>
          <a:xfrm>
            <a:off x="1354667" y="795867"/>
            <a:ext cx="5774266" cy="830997"/>
          </a:xfrm>
          <a:prstGeom prst="rect">
            <a:avLst/>
          </a:prstGeom>
          <a:noFill/>
        </p:spPr>
        <p:txBody>
          <a:bodyPr wrap="square" rtlCol="0">
            <a:spAutoFit/>
          </a:bodyPr>
          <a:lstStyle/>
          <a:p>
            <a:r>
              <a:rPr lang="hu-HU" sz="4800" dirty="0" err="1" smtClean="0">
                <a:latin typeface="Times New Roman" panose="02020603050405020304" pitchFamily="18" charset="0"/>
                <a:cs typeface="Times New Roman" panose="02020603050405020304" pitchFamily="18" charset="0"/>
              </a:rPr>
              <a:t>User</a:t>
            </a:r>
            <a:r>
              <a:rPr lang="hu-HU" sz="4800" dirty="0" smtClean="0">
                <a:latin typeface="Times New Roman" panose="02020603050405020304" pitchFamily="18" charset="0"/>
                <a:cs typeface="Times New Roman" panose="02020603050405020304" pitchFamily="18" charset="0"/>
              </a:rPr>
              <a:t> </a:t>
            </a:r>
            <a:r>
              <a:rPr lang="hu-HU" sz="4800" dirty="0" err="1">
                <a:latin typeface="Times New Roman" panose="02020603050405020304" pitchFamily="18" charset="0"/>
                <a:cs typeface="Times New Roman" panose="02020603050405020304" pitchFamily="18" charset="0"/>
              </a:rPr>
              <a:t>i</a:t>
            </a:r>
            <a:r>
              <a:rPr lang="hu-HU" sz="4800" dirty="0" err="1" smtClean="0">
                <a:latin typeface="Times New Roman" panose="02020603050405020304" pitchFamily="18" charset="0"/>
                <a:cs typeface="Times New Roman" panose="02020603050405020304" pitchFamily="18" charset="0"/>
              </a:rPr>
              <a:t>nterface</a:t>
            </a:r>
            <a:endParaRPr lang="hu-HU" sz="4800" dirty="0">
              <a:latin typeface="Times New Roman" panose="02020603050405020304" pitchFamily="18" charset="0"/>
              <a:cs typeface="Times New Roman" panose="02020603050405020304" pitchFamily="18" charset="0"/>
            </a:endParaRPr>
          </a:p>
        </p:txBody>
      </p:sp>
      <p:sp>
        <p:nvSpPr>
          <p:cNvPr id="9" name="Szövegdoboz 8"/>
          <p:cNvSpPr txBox="1"/>
          <p:nvPr/>
        </p:nvSpPr>
        <p:spPr>
          <a:xfrm>
            <a:off x="1354667" y="2175933"/>
            <a:ext cx="4851400" cy="3970318"/>
          </a:xfrm>
          <a:prstGeom prst="rect">
            <a:avLst/>
          </a:prstGeom>
          <a:noFill/>
        </p:spPr>
        <p:txBody>
          <a:bodyPr wrap="square" rtlCol="0">
            <a:spAutoFit/>
          </a:bodyPr>
          <a:lstStyle/>
          <a:p>
            <a:pPr marL="457200" indent="-457200">
              <a:buFont typeface="Arial" panose="020B0604020202020204" pitchFamily="34" charset="0"/>
              <a:buChar char="•"/>
            </a:pPr>
            <a:r>
              <a:rPr lang="hu-HU" sz="2800" dirty="0" smtClean="0">
                <a:latin typeface="Times New Roman" panose="02020603050405020304" pitchFamily="18" charset="0"/>
                <a:cs typeface="Times New Roman" panose="02020603050405020304" pitchFamily="18" charset="0"/>
              </a:rPr>
              <a:t>Login/</a:t>
            </a:r>
            <a:r>
              <a:rPr lang="hu-HU" sz="2800" dirty="0" err="1" smtClean="0">
                <a:latin typeface="Times New Roman" panose="02020603050405020304" pitchFamily="18" charset="0"/>
                <a:cs typeface="Times New Roman" panose="02020603050405020304" pitchFamily="18" charset="0"/>
              </a:rPr>
              <a:t>registration</a:t>
            </a:r>
            <a:endParaRPr lang="hu-HU" sz="2800" dirty="0" smtClean="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hu-HU"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hu-HU" sz="2800" dirty="0" smtClean="0">
                <a:latin typeface="Times New Roman" panose="02020603050405020304" pitchFamily="18" charset="0"/>
                <a:cs typeface="Times New Roman" panose="02020603050405020304" pitchFamily="18" charset="0"/>
              </a:rPr>
              <a:t>Home</a:t>
            </a:r>
          </a:p>
          <a:p>
            <a:pPr marL="457200" indent="-457200">
              <a:buFont typeface="Arial" panose="020B0604020202020204" pitchFamily="34" charset="0"/>
              <a:buChar char="•"/>
            </a:pPr>
            <a:endParaRPr lang="hu-HU"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hu-HU" sz="2800" dirty="0" err="1" smtClean="0">
                <a:latin typeface="Times New Roman" panose="02020603050405020304" pitchFamily="18" charset="0"/>
                <a:cs typeface="Times New Roman" panose="02020603050405020304" pitchFamily="18" charset="0"/>
              </a:rPr>
              <a:t>Request</a:t>
            </a:r>
            <a:r>
              <a:rPr lang="hu-HU" sz="2800" dirty="0" smtClean="0">
                <a:latin typeface="Times New Roman" panose="02020603050405020304" pitchFamily="18" charset="0"/>
                <a:cs typeface="Times New Roman" panose="02020603050405020304" pitchFamily="18" charset="0"/>
              </a:rPr>
              <a:t> </a:t>
            </a:r>
            <a:r>
              <a:rPr lang="hu-HU" sz="2800" dirty="0" err="1">
                <a:latin typeface="Times New Roman" panose="02020603050405020304" pitchFamily="18" charset="0"/>
                <a:cs typeface="Times New Roman" panose="02020603050405020304" pitchFamily="18" charset="0"/>
              </a:rPr>
              <a:t>for</a:t>
            </a:r>
            <a:r>
              <a:rPr lang="hu-HU" sz="2800" dirty="0">
                <a:latin typeface="Times New Roman" panose="02020603050405020304" pitchFamily="18" charset="0"/>
                <a:cs typeface="Times New Roman" panose="02020603050405020304" pitchFamily="18" charset="0"/>
              </a:rPr>
              <a:t> </a:t>
            </a:r>
            <a:r>
              <a:rPr lang="hu-HU" sz="2800" dirty="0" err="1" smtClean="0">
                <a:latin typeface="Times New Roman" panose="02020603050405020304" pitchFamily="18" charset="0"/>
                <a:cs typeface="Times New Roman" panose="02020603050405020304" pitchFamily="18" charset="0"/>
              </a:rPr>
              <a:t>proposals</a:t>
            </a:r>
            <a:r>
              <a:rPr lang="hu-HU" sz="2800" dirty="0" smtClean="0">
                <a:latin typeface="Times New Roman" panose="02020603050405020304" pitchFamily="18" charset="0"/>
                <a:cs typeface="Times New Roman" panose="02020603050405020304" pitchFamily="18" charset="0"/>
              </a:rPr>
              <a:t>/</a:t>
            </a:r>
            <a:r>
              <a:rPr lang="hu-HU" sz="2800" dirty="0" err="1" smtClean="0">
                <a:latin typeface="Times New Roman" panose="02020603050405020304" pitchFamily="18" charset="0"/>
                <a:cs typeface="Times New Roman" panose="02020603050405020304" pitchFamily="18" charset="0"/>
              </a:rPr>
              <a:t>Order</a:t>
            </a:r>
            <a:endParaRPr lang="hu-HU" sz="2800" dirty="0" smtClean="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hu-HU"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hu-HU" sz="2800" dirty="0" err="1" smtClean="0">
                <a:latin typeface="Times New Roman" panose="02020603050405020304" pitchFamily="18" charset="0"/>
                <a:cs typeface="Times New Roman" panose="02020603050405020304" pitchFamily="18" charset="0"/>
              </a:rPr>
              <a:t>Connection</a:t>
            </a:r>
            <a:endParaRPr lang="hu-HU" sz="2800" dirty="0" smtClean="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hu-HU"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hu-HU" sz="2800" dirty="0" err="1" smtClean="0">
                <a:latin typeface="Times New Roman" panose="02020603050405020304" pitchFamily="18" charset="0"/>
                <a:cs typeface="Times New Roman" panose="02020603050405020304" pitchFamily="18" charset="0"/>
              </a:rPr>
              <a:t>Partners</a:t>
            </a:r>
            <a:endParaRPr lang="hu-HU" sz="28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5935974"/>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zövegdoboz 1"/>
          <p:cNvSpPr txBox="1"/>
          <p:nvPr/>
        </p:nvSpPr>
        <p:spPr>
          <a:xfrm>
            <a:off x="1704974" y="904875"/>
            <a:ext cx="5133975" cy="830997"/>
          </a:xfrm>
          <a:prstGeom prst="rect">
            <a:avLst/>
          </a:prstGeom>
          <a:noFill/>
        </p:spPr>
        <p:txBody>
          <a:bodyPr wrap="square" rtlCol="0">
            <a:spAutoFit/>
          </a:bodyPr>
          <a:lstStyle/>
          <a:p>
            <a:r>
              <a:rPr lang="hu-HU" sz="4800" dirty="0" err="1" smtClean="0">
                <a:latin typeface="Times New Roman" panose="02020603050405020304" pitchFamily="18" charset="0"/>
                <a:cs typeface="Times New Roman" panose="02020603050405020304" pitchFamily="18" charset="0"/>
              </a:rPr>
              <a:t>Used</a:t>
            </a:r>
            <a:r>
              <a:rPr lang="hu-HU" sz="4800" dirty="0" smtClean="0">
                <a:latin typeface="Times New Roman" panose="02020603050405020304" pitchFamily="18" charset="0"/>
                <a:cs typeface="Times New Roman" panose="02020603050405020304" pitchFamily="18" charset="0"/>
              </a:rPr>
              <a:t> </a:t>
            </a:r>
            <a:r>
              <a:rPr lang="hu-HU" sz="4800" dirty="0" err="1" smtClean="0">
                <a:latin typeface="Times New Roman" panose="02020603050405020304" pitchFamily="18" charset="0"/>
                <a:cs typeface="Times New Roman" panose="02020603050405020304" pitchFamily="18" charset="0"/>
              </a:rPr>
              <a:t>programs</a:t>
            </a:r>
            <a:endParaRPr lang="hu-HU" sz="4800" dirty="0">
              <a:latin typeface="Times New Roman" panose="02020603050405020304" pitchFamily="18" charset="0"/>
              <a:cs typeface="Times New Roman" panose="02020603050405020304" pitchFamily="18" charset="0"/>
            </a:endParaRPr>
          </a:p>
        </p:txBody>
      </p:sp>
      <p:sp>
        <p:nvSpPr>
          <p:cNvPr id="3" name="Szövegdoboz 2"/>
          <p:cNvSpPr txBox="1"/>
          <p:nvPr/>
        </p:nvSpPr>
        <p:spPr>
          <a:xfrm>
            <a:off x="1828800" y="2533650"/>
            <a:ext cx="6296025" cy="3108543"/>
          </a:xfrm>
          <a:prstGeom prst="rect">
            <a:avLst/>
          </a:prstGeom>
          <a:noFill/>
        </p:spPr>
        <p:txBody>
          <a:bodyPr wrap="square" rtlCol="0">
            <a:spAutoFit/>
          </a:bodyPr>
          <a:lstStyle/>
          <a:p>
            <a:pPr marL="285750" indent="-285750">
              <a:buFont typeface="Arial" panose="020B0604020202020204" pitchFamily="34" charset="0"/>
              <a:buChar char="•"/>
            </a:pPr>
            <a:r>
              <a:rPr lang="hu-HU" sz="2800" dirty="0" smtClean="0">
                <a:latin typeface="Times New Roman" panose="02020603050405020304" pitchFamily="18" charset="0"/>
                <a:cs typeface="Times New Roman" panose="02020603050405020304" pitchFamily="18" charset="0"/>
              </a:rPr>
              <a:t>Microsoft Office</a:t>
            </a:r>
          </a:p>
          <a:p>
            <a:endParaRPr lang="hu-HU"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hu-HU" sz="2800" dirty="0" err="1" smtClean="0">
                <a:latin typeface="Times New Roman" panose="02020603050405020304" pitchFamily="18" charset="0"/>
                <a:cs typeface="Times New Roman" panose="02020603050405020304" pitchFamily="18" charset="0"/>
              </a:rPr>
              <a:t>GitHub</a:t>
            </a:r>
            <a:endParaRPr lang="hu-HU" sz="2800" dirty="0" smtClean="0">
              <a:latin typeface="Times New Roman" panose="02020603050405020304" pitchFamily="18" charset="0"/>
              <a:cs typeface="Times New Roman" panose="02020603050405020304" pitchFamily="18" charset="0"/>
            </a:endParaRPr>
          </a:p>
          <a:p>
            <a:endParaRPr lang="hu-HU"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hu-HU" sz="2800" dirty="0" smtClean="0">
                <a:latin typeface="Times New Roman" panose="02020603050405020304" pitchFamily="18" charset="0"/>
                <a:cs typeface="Times New Roman" panose="02020603050405020304" pitchFamily="18" charset="0"/>
              </a:rPr>
              <a:t>Visual </a:t>
            </a:r>
            <a:r>
              <a:rPr lang="hu-HU" sz="2800" dirty="0" err="1" smtClean="0">
                <a:latin typeface="Times New Roman" panose="02020603050405020304" pitchFamily="18" charset="0"/>
                <a:cs typeface="Times New Roman" panose="02020603050405020304" pitchFamily="18" charset="0"/>
              </a:rPr>
              <a:t>Studio</a:t>
            </a:r>
            <a:r>
              <a:rPr lang="hu-HU" sz="2800" dirty="0" smtClean="0">
                <a:latin typeface="Times New Roman" panose="02020603050405020304" pitchFamily="18" charset="0"/>
                <a:cs typeface="Times New Roman" panose="02020603050405020304" pitchFamily="18" charset="0"/>
              </a:rPr>
              <a:t> </a:t>
            </a:r>
            <a:r>
              <a:rPr lang="hu-HU" sz="2800" dirty="0" err="1" smtClean="0">
                <a:latin typeface="Times New Roman" panose="02020603050405020304" pitchFamily="18" charset="0"/>
                <a:cs typeface="Times New Roman" panose="02020603050405020304" pitchFamily="18" charset="0"/>
              </a:rPr>
              <a:t>Code</a:t>
            </a:r>
            <a:endParaRPr lang="hu-HU" sz="28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hu-HU" sz="28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hu-HU" sz="2800" dirty="0" err="1" smtClean="0">
                <a:latin typeface="Times New Roman" panose="02020603050405020304" pitchFamily="18" charset="0"/>
                <a:cs typeface="Times New Roman" panose="02020603050405020304" pitchFamily="18" charset="0"/>
              </a:rPr>
              <a:t>Docker</a:t>
            </a:r>
            <a:r>
              <a:rPr lang="hu-HU" sz="2800" dirty="0" smtClean="0">
                <a:latin typeface="Times New Roman" panose="02020603050405020304" pitchFamily="18" charset="0"/>
                <a:cs typeface="Times New Roman" panose="02020603050405020304" pitchFamily="18" charset="0"/>
              </a:rPr>
              <a:t> </a:t>
            </a:r>
            <a:r>
              <a:rPr lang="hu-HU" sz="2800" dirty="0" err="1" smtClean="0">
                <a:latin typeface="Times New Roman" panose="02020603050405020304" pitchFamily="18" charset="0"/>
                <a:cs typeface="Times New Roman" panose="02020603050405020304" pitchFamily="18" charset="0"/>
              </a:rPr>
              <a:t>Desktop</a:t>
            </a:r>
            <a:endParaRPr lang="hu-HU" sz="2800" dirty="0">
              <a:latin typeface="Times New Roman" panose="02020603050405020304" pitchFamily="18" charset="0"/>
              <a:cs typeface="Times New Roman" panose="02020603050405020304" pitchFamily="18" charset="0"/>
            </a:endParaRPr>
          </a:p>
        </p:txBody>
      </p:sp>
      <p:pic>
        <p:nvPicPr>
          <p:cNvPr id="5" name="Kép 4"/>
          <p:cNvPicPr>
            <a:picLocks noChangeAspect="1"/>
          </p:cNvPicPr>
          <p:nvPr/>
        </p:nvPicPr>
        <p:blipFill>
          <a:blip r:embed="rId3"/>
          <a:stretch>
            <a:fillRect/>
          </a:stretch>
        </p:blipFill>
        <p:spPr>
          <a:xfrm>
            <a:off x="8210550" y="2916346"/>
            <a:ext cx="2609850" cy="2609850"/>
          </a:xfrm>
          <a:prstGeom prst="rect">
            <a:avLst/>
          </a:prstGeom>
        </p:spPr>
      </p:pic>
    </p:spTree>
    <p:extLst>
      <p:ext uri="{BB962C8B-B14F-4D97-AF65-F5344CB8AC3E}">
        <p14:creationId xmlns:p14="http://schemas.microsoft.com/office/powerpoint/2010/main" val="316702335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zövegdoboz 1"/>
          <p:cNvSpPr txBox="1"/>
          <p:nvPr/>
        </p:nvSpPr>
        <p:spPr>
          <a:xfrm>
            <a:off x="1419225" y="914400"/>
            <a:ext cx="5067300" cy="830997"/>
          </a:xfrm>
          <a:prstGeom prst="rect">
            <a:avLst/>
          </a:prstGeom>
          <a:noFill/>
        </p:spPr>
        <p:txBody>
          <a:bodyPr wrap="square" rtlCol="0">
            <a:spAutoFit/>
          </a:bodyPr>
          <a:lstStyle/>
          <a:p>
            <a:r>
              <a:rPr lang="hu-HU" sz="4800" dirty="0" err="1">
                <a:latin typeface="Times New Roman" panose="02020603050405020304" pitchFamily="18" charset="0"/>
                <a:cs typeface="Times New Roman" panose="02020603050405020304" pitchFamily="18" charset="0"/>
              </a:rPr>
              <a:t>Database</a:t>
            </a:r>
            <a:r>
              <a:rPr lang="hu-HU" sz="4800" dirty="0">
                <a:latin typeface="Times New Roman" panose="02020603050405020304" pitchFamily="18" charset="0"/>
                <a:cs typeface="Times New Roman" panose="02020603050405020304" pitchFamily="18" charset="0"/>
              </a:rPr>
              <a:t> </a:t>
            </a:r>
            <a:r>
              <a:rPr lang="hu-HU" sz="4800" dirty="0" err="1">
                <a:latin typeface="Times New Roman" panose="02020603050405020304" pitchFamily="18" charset="0"/>
                <a:cs typeface="Times New Roman" panose="02020603050405020304" pitchFamily="18" charset="0"/>
              </a:rPr>
              <a:t>structure</a:t>
            </a:r>
            <a:endParaRPr lang="hu-HU" sz="4800" dirty="0">
              <a:latin typeface="Times New Roman" panose="02020603050405020304" pitchFamily="18" charset="0"/>
              <a:cs typeface="Times New Roman" panose="02020603050405020304" pitchFamily="18" charset="0"/>
            </a:endParaRPr>
          </a:p>
        </p:txBody>
      </p:sp>
      <p:pic>
        <p:nvPicPr>
          <p:cNvPr id="3" name="Kép 2"/>
          <p:cNvPicPr>
            <a:picLocks noChangeAspect="1"/>
          </p:cNvPicPr>
          <p:nvPr/>
        </p:nvPicPr>
        <p:blipFill>
          <a:blip r:embed="rId3"/>
          <a:stretch>
            <a:fillRect/>
          </a:stretch>
        </p:blipFill>
        <p:spPr>
          <a:xfrm>
            <a:off x="6667500" y="2829873"/>
            <a:ext cx="4339285" cy="2318736"/>
          </a:xfrm>
          <a:prstGeom prst="rect">
            <a:avLst/>
          </a:prstGeom>
        </p:spPr>
      </p:pic>
      <p:sp>
        <p:nvSpPr>
          <p:cNvPr id="4" name="Szövegdoboz 3"/>
          <p:cNvSpPr txBox="1"/>
          <p:nvPr/>
        </p:nvSpPr>
        <p:spPr>
          <a:xfrm>
            <a:off x="1504950" y="2219526"/>
            <a:ext cx="5162550" cy="3539430"/>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Request for </a:t>
            </a:r>
            <a:r>
              <a:rPr lang="en-US" sz="2800" dirty="0" smtClean="0">
                <a:latin typeface="Times New Roman" panose="02020603050405020304" pitchFamily="18" charset="0"/>
                <a:cs typeface="Times New Roman" panose="02020603050405020304" pitchFamily="18" charset="0"/>
              </a:rPr>
              <a:t>quotation</a:t>
            </a:r>
            <a:endParaRPr lang="hu-HU" sz="2800" dirty="0" smtClean="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hu-HU" sz="2800" dirty="0">
                <a:latin typeface="Times New Roman" panose="02020603050405020304" pitchFamily="18" charset="0"/>
                <a:cs typeface="Times New Roman" panose="02020603050405020304" pitchFamily="18" charset="0"/>
              </a:rPr>
              <a:t>C</a:t>
            </a:r>
            <a:r>
              <a:rPr lang="en-US" sz="2800" dirty="0" err="1" smtClean="0">
                <a:latin typeface="Times New Roman" panose="02020603050405020304" pitchFamily="18" charset="0"/>
                <a:cs typeface="Times New Roman" panose="02020603050405020304" pitchFamily="18" charset="0"/>
              </a:rPr>
              <a:t>oncrete</a:t>
            </a:r>
            <a:r>
              <a:rPr lang="en-US" sz="2800" dirty="0" smtClean="0">
                <a:latin typeface="Times New Roman" panose="02020603050405020304" pitchFamily="18" charset="0"/>
                <a:cs typeface="Times New Roman" panose="02020603050405020304" pitchFamily="18" charset="0"/>
              </a:rPr>
              <a:t> type</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Address</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Sales</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hu-HU" sz="2800" dirty="0" smtClean="0">
                <a:latin typeface="Times New Roman" panose="02020603050405020304" pitchFamily="18" charset="0"/>
                <a:cs typeface="Times New Roman" panose="02020603050405020304" pitchFamily="18" charset="0"/>
              </a:rPr>
              <a:t>N</a:t>
            </a:r>
            <a:r>
              <a:rPr lang="en-US" sz="2800" dirty="0" err="1" smtClean="0">
                <a:latin typeface="Times New Roman" panose="02020603050405020304" pitchFamily="18" charset="0"/>
                <a:cs typeface="Times New Roman" panose="02020603050405020304" pitchFamily="18" charset="0"/>
              </a:rPr>
              <a:t>otifications</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hu-HU" sz="2800" dirty="0" smtClean="0">
                <a:latin typeface="Times New Roman" panose="02020603050405020304" pitchFamily="18" charset="0"/>
                <a:cs typeface="Times New Roman" panose="02020603050405020304" pitchFamily="18" charset="0"/>
              </a:rPr>
              <a:t>U</a:t>
            </a:r>
            <a:r>
              <a:rPr lang="en-US" sz="2800" dirty="0" err="1" smtClean="0">
                <a:latin typeface="Times New Roman" panose="02020603050405020304" pitchFamily="18" charset="0"/>
                <a:cs typeface="Times New Roman" panose="02020603050405020304" pitchFamily="18" charset="0"/>
              </a:rPr>
              <a:t>sers</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hu-HU" sz="2800" dirty="0" smtClean="0">
                <a:latin typeface="Times New Roman" panose="02020603050405020304" pitchFamily="18" charset="0"/>
                <a:cs typeface="Times New Roman" panose="02020603050405020304" pitchFamily="18" charset="0"/>
              </a:rPr>
              <a:t>O</a:t>
            </a:r>
            <a:r>
              <a:rPr lang="en-US" sz="2800" dirty="0" err="1" smtClean="0">
                <a:latin typeface="Times New Roman" panose="02020603050405020304" pitchFamily="18" charset="0"/>
                <a:cs typeface="Times New Roman" panose="02020603050405020304" pitchFamily="18" charset="0"/>
              </a:rPr>
              <a:t>rder</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hu-HU" sz="2800" dirty="0" smtClean="0">
                <a:latin typeface="Times New Roman" panose="02020603050405020304" pitchFamily="18" charset="0"/>
                <a:cs typeface="Times New Roman" panose="02020603050405020304" pitchFamily="18" charset="0"/>
              </a:rPr>
              <a:t>O</a:t>
            </a:r>
            <a:r>
              <a:rPr lang="en-US" sz="2800" dirty="0" err="1" smtClean="0">
                <a:latin typeface="Times New Roman" panose="02020603050405020304" pitchFamily="18" charset="0"/>
                <a:cs typeface="Times New Roman" panose="02020603050405020304" pitchFamily="18" charset="0"/>
              </a:rPr>
              <a:t>ur</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partners</a:t>
            </a:r>
            <a:endParaRPr lang="hu-HU"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762167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zövegdoboz 1"/>
          <p:cNvSpPr txBox="1"/>
          <p:nvPr/>
        </p:nvSpPr>
        <p:spPr>
          <a:xfrm>
            <a:off x="2352675" y="2257425"/>
            <a:ext cx="8172450" cy="830997"/>
          </a:xfrm>
          <a:prstGeom prst="rect">
            <a:avLst/>
          </a:prstGeom>
          <a:noFill/>
        </p:spPr>
        <p:txBody>
          <a:bodyPr wrap="square" rtlCol="0">
            <a:spAutoFit/>
          </a:bodyPr>
          <a:lstStyle/>
          <a:p>
            <a:r>
              <a:rPr lang="hu-HU" sz="4800" dirty="0" err="1" smtClean="0">
                <a:latin typeface="Times New Roman" panose="02020603050405020304" pitchFamily="18" charset="0"/>
                <a:cs typeface="Times New Roman" panose="02020603050405020304" pitchFamily="18" charset="0"/>
              </a:rPr>
              <a:t>Thank</a:t>
            </a:r>
            <a:r>
              <a:rPr lang="hu-HU" sz="4800" dirty="0" smtClean="0">
                <a:latin typeface="Times New Roman" panose="02020603050405020304" pitchFamily="18" charset="0"/>
                <a:cs typeface="Times New Roman" panose="02020603050405020304" pitchFamily="18" charset="0"/>
              </a:rPr>
              <a:t> </a:t>
            </a:r>
            <a:r>
              <a:rPr lang="hu-HU" sz="4800" dirty="0" err="1" smtClean="0">
                <a:latin typeface="Times New Roman" panose="02020603050405020304" pitchFamily="18" charset="0"/>
                <a:cs typeface="Times New Roman" panose="02020603050405020304" pitchFamily="18" charset="0"/>
              </a:rPr>
              <a:t>you</a:t>
            </a:r>
            <a:r>
              <a:rPr lang="hu-HU" sz="4800" dirty="0" smtClean="0">
                <a:latin typeface="Times New Roman" panose="02020603050405020304" pitchFamily="18" charset="0"/>
                <a:cs typeface="Times New Roman" panose="02020603050405020304" pitchFamily="18" charset="0"/>
              </a:rPr>
              <a:t> </a:t>
            </a:r>
            <a:r>
              <a:rPr lang="hu-HU" sz="4800" dirty="0" err="1" smtClean="0">
                <a:latin typeface="Times New Roman" panose="02020603050405020304" pitchFamily="18" charset="0"/>
                <a:cs typeface="Times New Roman" panose="02020603050405020304" pitchFamily="18" charset="0"/>
              </a:rPr>
              <a:t>for</a:t>
            </a:r>
            <a:r>
              <a:rPr lang="hu-HU" sz="4800" dirty="0" smtClean="0">
                <a:latin typeface="Times New Roman" panose="02020603050405020304" pitchFamily="18" charset="0"/>
                <a:cs typeface="Times New Roman" panose="02020603050405020304" pitchFamily="18" charset="0"/>
              </a:rPr>
              <a:t> </a:t>
            </a:r>
            <a:r>
              <a:rPr lang="hu-HU" sz="4800" dirty="0" err="1" smtClean="0">
                <a:latin typeface="Times New Roman" panose="02020603050405020304" pitchFamily="18" charset="0"/>
                <a:cs typeface="Times New Roman" panose="02020603050405020304" pitchFamily="18" charset="0"/>
              </a:rPr>
              <a:t>your</a:t>
            </a:r>
            <a:r>
              <a:rPr lang="hu-HU" sz="4800" dirty="0" smtClean="0">
                <a:latin typeface="Times New Roman" panose="02020603050405020304" pitchFamily="18" charset="0"/>
                <a:cs typeface="Times New Roman" panose="02020603050405020304" pitchFamily="18" charset="0"/>
              </a:rPr>
              <a:t> </a:t>
            </a:r>
            <a:r>
              <a:rPr lang="hu-HU" sz="4800" dirty="0" err="1" smtClean="0">
                <a:latin typeface="Times New Roman" panose="02020603050405020304" pitchFamily="18" charset="0"/>
                <a:cs typeface="Times New Roman" panose="02020603050405020304" pitchFamily="18" charset="0"/>
              </a:rPr>
              <a:t>attantion</a:t>
            </a:r>
            <a:r>
              <a:rPr lang="hu-HU" sz="4800" dirty="0" smtClean="0">
                <a:latin typeface="Times New Roman" panose="02020603050405020304" pitchFamily="18" charset="0"/>
                <a:cs typeface="Times New Roman" panose="02020603050405020304" pitchFamily="18" charset="0"/>
              </a:rPr>
              <a:t>!</a:t>
            </a:r>
            <a:endParaRPr lang="hu-HU" sz="4800" dirty="0">
              <a:latin typeface="Times New Roman" panose="02020603050405020304" pitchFamily="18" charset="0"/>
              <a:cs typeface="Times New Roman" panose="02020603050405020304" pitchFamily="18" charset="0"/>
            </a:endParaRPr>
          </a:p>
        </p:txBody>
      </p:sp>
      <p:pic>
        <p:nvPicPr>
          <p:cNvPr id="3" name="Kép 2"/>
          <p:cNvPicPr>
            <a:picLocks noChangeAspect="1"/>
          </p:cNvPicPr>
          <p:nvPr/>
        </p:nvPicPr>
        <p:blipFill>
          <a:blip r:embed="rId2"/>
          <a:stretch>
            <a:fillRect/>
          </a:stretch>
        </p:blipFill>
        <p:spPr>
          <a:xfrm>
            <a:off x="4429125" y="3986799"/>
            <a:ext cx="3009900" cy="2061575"/>
          </a:xfrm>
          <a:prstGeom prst="rect">
            <a:avLst/>
          </a:prstGeom>
        </p:spPr>
      </p:pic>
    </p:spTree>
    <p:extLst>
      <p:ext uri="{BB962C8B-B14F-4D97-AF65-F5344CB8AC3E}">
        <p14:creationId xmlns:p14="http://schemas.microsoft.com/office/powerpoint/2010/main" val="32272468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Áramkör">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TM04033919[[fn=Áramkör]]</Template>
  <TotalTime>207</TotalTime>
  <Words>441</Words>
  <Application>Microsoft Office PowerPoint</Application>
  <PresentationFormat>Szélesvásznú</PresentationFormat>
  <Paragraphs>53</Paragraphs>
  <Slides>6</Slides>
  <Notes>4</Notes>
  <HiddenSlides>0</HiddenSlides>
  <MMClips>0</MMClips>
  <ScaleCrop>false</ScaleCrop>
  <HeadingPairs>
    <vt:vector size="6" baseType="variant">
      <vt:variant>
        <vt:lpstr>Használt betűtípusok</vt:lpstr>
      </vt:variant>
      <vt:variant>
        <vt:i4>5</vt:i4>
      </vt:variant>
      <vt:variant>
        <vt:lpstr>Téma</vt:lpstr>
      </vt:variant>
      <vt:variant>
        <vt:i4>1</vt:i4>
      </vt:variant>
      <vt:variant>
        <vt:lpstr>Diacímek</vt:lpstr>
      </vt:variant>
      <vt:variant>
        <vt:i4>6</vt:i4>
      </vt:variant>
    </vt:vector>
  </HeadingPairs>
  <TitlesOfParts>
    <vt:vector size="12" baseType="lpstr">
      <vt:lpstr>Arial</vt:lpstr>
      <vt:lpstr>Calibri</vt:lpstr>
      <vt:lpstr>Times New Roman</vt:lpstr>
      <vt:lpstr>Trebuchet MS</vt:lpstr>
      <vt:lpstr>Tw Cen MT</vt:lpstr>
      <vt:lpstr>Áramkör</vt:lpstr>
      <vt:lpstr>Betonlogisztika </vt:lpstr>
      <vt:lpstr>PowerPoint-bemutató</vt:lpstr>
      <vt:lpstr>PowerPoint-bemutató</vt:lpstr>
      <vt:lpstr>PowerPoint-bemutató</vt:lpstr>
      <vt:lpstr>PowerPoint-bemutató</vt:lpstr>
      <vt:lpstr>PowerPoint-bemutató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Betonlogisztika </dc:title>
  <dc:creator>Felhasználó</dc:creator>
  <cp:lastModifiedBy>Felhasználó</cp:lastModifiedBy>
  <cp:revision>31</cp:revision>
  <dcterms:created xsi:type="dcterms:W3CDTF">2026-02-25T10:14:31Z</dcterms:created>
  <dcterms:modified xsi:type="dcterms:W3CDTF">2026-02-27T09:57:13Z</dcterms:modified>
</cp:coreProperties>
</file>